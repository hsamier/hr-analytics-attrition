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D73B15-BDD6-4CB5-BE5C-B022558618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4832A8-048F-4DF3-A7AA-9F7E98A93BE0}">
      <dgm:prSet/>
      <dgm:spPr/>
      <dgm:t>
        <a:bodyPr/>
        <a:lstStyle/>
        <a:p>
          <a:r>
            <a:rPr lang="en-US"/>
            <a:t>Project: Employee Attrition Analysis</a:t>
          </a:r>
        </a:p>
      </dgm:t>
    </dgm:pt>
    <dgm:pt modelId="{7BC8A701-05DF-4CDA-AECA-FF3EF0DB0712}" type="parTrans" cxnId="{53D47FCA-BB5A-4C6D-92A3-B71925789549}">
      <dgm:prSet/>
      <dgm:spPr/>
      <dgm:t>
        <a:bodyPr/>
        <a:lstStyle/>
        <a:p>
          <a:endParaRPr lang="en-US"/>
        </a:p>
      </dgm:t>
    </dgm:pt>
    <dgm:pt modelId="{6CE4B172-A090-4CEA-B136-7D5720DDD0BA}" type="sibTrans" cxnId="{53D47FCA-BB5A-4C6D-92A3-B71925789549}">
      <dgm:prSet/>
      <dgm:spPr/>
      <dgm:t>
        <a:bodyPr/>
        <a:lstStyle/>
        <a:p>
          <a:endParaRPr lang="en-US"/>
        </a:p>
      </dgm:t>
    </dgm:pt>
    <dgm:pt modelId="{11E7053C-6110-4FFC-B6FE-F1D221136971}">
      <dgm:prSet/>
      <dgm:spPr/>
      <dgm:t>
        <a:bodyPr/>
        <a:lstStyle/>
        <a:p>
          <a:r>
            <a:rPr lang="en-US"/>
            <a:t>Tools: SQL &amp; Power BI</a:t>
          </a:r>
        </a:p>
      </dgm:t>
    </dgm:pt>
    <dgm:pt modelId="{E6F1A6B5-D52E-48C9-B4E0-7918106877ED}" type="parTrans" cxnId="{4D8A0D50-BA61-49D7-9EA5-A7769562FEBB}">
      <dgm:prSet/>
      <dgm:spPr/>
      <dgm:t>
        <a:bodyPr/>
        <a:lstStyle/>
        <a:p>
          <a:endParaRPr lang="en-US"/>
        </a:p>
      </dgm:t>
    </dgm:pt>
    <dgm:pt modelId="{8B1D7DD0-7A5D-48CF-8667-69DEEFE5657E}" type="sibTrans" cxnId="{4D8A0D50-BA61-49D7-9EA5-A7769562FEBB}">
      <dgm:prSet/>
      <dgm:spPr/>
      <dgm:t>
        <a:bodyPr/>
        <a:lstStyle/>
        <a:p>
          <a:endParaRPr lang="en-US"/>
        </a:p>
      </dgm:t>
    </dgm:pt>
    <dgm:pt modelId="{CAB74A9E-E0E5-4CF8-9D0D-FD5E938800D4}">
      <dgm:prSet/>
      <dgm:spPr/>
      <dgm:t>
        <a:bodyPr/>
        <a:lstStyle/>
        <a:p>
          <a:r>
            <a:rPr lang="en-US"/>
            <a:t>Goal: Identify key drivers of employee turnover</a:t>
          </a:r>
        </a:p>
      </dgm:t>
    </dgm:pt>
    <dgm:pt modelId="{B05F94FA-FB69-4642-B19F-4E67206A976A}" type="parTrans" cxnId="{4DEE42F8-B389-4EA9-B2A9-1FE38B009A28}">
      <dgm:prSet/>
      <dgm:spPr/>
      <dgm:t>
        <a:bodyPr/>
        <a:lstStyle/>
        <a:p>
          <a:endParaRPr lang="en-US"/>
        </a:p>
      </dgm:t>
    </dgm:pt>
    <dgm:pt modelId="{A99DB786-F63C-4D99-AE85-05402F04405F}" type="sibTrans" cxnId="{4DEE42F8-B389-4EA9-B2A9-1FE38B009A28}">
      <dgm:prSet/>
      <dgm:spPr/>
      <dgm:t>
        <a:bodyPr/>
        <a:lstStyle/>
        <a:p>
          <a:endParaRPr lang="en-US"/>
        </a:p>
      </dgm:t>
    </dgm:pt>
    <dgm:pt modelId="{023160D1-77BA-4797-BEF3-992D2A8C21E8}" type="pres">
      <dgm:prSet presAssocID="{03D73B15-BDD6-4CB5-BE5C-B022558618D4}" presName="root" presStyleCnt="0">
        <dgm:presLayoutVars>
          <dgm:dir/>
          <dgm:resizeHandles val="exact"/>
        </dgm:presLayoutVars>
      </dgm:prSet>
      <dgm:spPr/>
    </dgm:pt>
    <dgm:pt modelId="{5B61D3C8-D053-49CE-AB50-CFE33C696A0D}" type="pres">
      <dgm:prSet presAssocID="{534832A8-048F-4DF3-A7AA-9F7E98A93BE0}" presName="compNode" presStyleCnt="0"/>
      <dgm:spPr/>
    </dgm:pt>
    <dgm:pt modelId="{51FA0BCE-17AC-42C8-92B2-3503AF933315}" type="pres">
      <dgm:prSet presAssocID="{534832A8-048F-4DF3-A7AA-9F7E98A93BE0}" presName="bgRect" presStyleLbl="bgShp" presStyleIdx="0" presStyleCnt="3"/>
      <dgm:spPr/>
    </dgm:pt>
    <dgm:pt modelId="{A36D2021-89D5-411B-A19D-5386995D3A62}" type="pres">
      <dgm:prSet presAssocID="{534832A8-048F-4DF3-A7AA-9F7E98A93BE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63884033-4BBF-4B64-85DA-32E5755C34A0}" type="pres">
      <dgm:prSet presAssocID="{534832A8-048F-4DF3-A7AA-9F7E98A93BE0}" presName="spaceRect" presStyleCnt="0"/>
      <dgm:spPr/>
    </dgm:pt>
    <dgm:pt modelId="{8A1ADA31-1607-44D9-B918-A8B1ACDDB389}" type="pres">
      <dgm:prSet presAssocID="{534832A8-048F-4DF3-A7AA-9F7E98A93BE0}" presName="parTx" presStyleLbl="revTx" presStyleIdx="0" presStyleCnt="3">
        <dgm:presLayoutVars>
          <dgm:chMax val="0"/>
          <dgm:chPref val="0"/>
        </dgm:presLayoutVars>
      </dgm:prSet>
      <dgm:spPr/>
    </dgm:pt>
    <dgm:pt modelId="{1622DA58-FF14-4CB8-A0A8-A6AC61AC72DD}" type="pres">
      <dgm:prSet presAssocID="{6CE4B172-A090-4CEA-B136-7D5720DDD0BA}" presName="sibTrans" presStyleCnt="0"/>
      <dgm:spPr/>
    </dgm:pt>
    <dgm:pt modelId="{379F2C0A-0679-4BBE-89CA-2B0933E0BFDE}" type="pres">
      <dgm:prSet presAssocID="{11E7053C-6110-4FFC-B6FE-F1D221136971}" presName="compNode" presStyleCnt="0"/>
      <dgm:spPr/>
    </dgm:pt>
    <dgm:pt modelId="{3778541A-7442-4E2B-8E6E-9C3F6D0DB98D}" type="pres">
      <dgm:prSet presAssocID="{11E7053C-6110-4FFC-B6FE-F1D221136971}" presName="bgRect" presStyleLbl="bgShp" presStyleIdx="1" presStyleCnt="3"/>
      <dgm:spPr/>
    </dgm:pt>
    <dgm:pt modelId="{27177668-2404-4340-A6B3-6A8F418BFEFE}" type="pres">
      <dgm:prSet presAssocID="{11E7053C-6110-4FFC-B6FE-F1D22113697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B181996-A9EB-4CD6-8D99-EF341E9989F9}" type="pres">
      <dgm:prSet presAssocID="{11E7053C-6110-4FFC-B6FE-F1D221136971}" presName="spaceRect" presStyleCnt="0"/>
      <dgm:spPr/>
    </dgm:pt>
    <dgm:pt modelId="{916A9B5D-DFCB-4540-B48E-E53A017B7C99}" type="pres">
      <dgm:prSet presAssocID="{11E7053C-6110-4FFC-B6FE-F1D221136971}" presName="parTx" presStyleLbl="revTx" presStyleIdx="1" presStyleCnt="3">
        <dgm:presLayoutVars>
          <dgm:chMax val="0"/>
          <dgm:chPref val="0"/>
        </dgm:presLayoutVars>
      </dgm:prSet>
      <dgm:spPr/>
    </dgm:pt>
    <dgm:pt modelId="{3C0EC92C-BD8B-420C-B97A-43DDD8F6B08D}" type="pres">
      <dgm:prSet presAssocID="{8B1D7DD0-7A5D-48CF-8667-69DEEFE5657E}" presName="sibTrans" presStyleCnt="0"/>
      <dgm:spPr/>
    </dgm:pt>
    <dgm:pt modelId="{6DD02FAE-5F7D-4523-91E9-898C26EE02EB}" type="pres">
      <dgm:prSet presAssocID="{CAB74A9E-E0E5-4CF8-9D0D-FD5E938800D4}" presName="compNode" presStyleCnt="0"/>
      <dgm:spPr/>
    </dgm:pt>
    <dgm:pt modelId="{83919F43-0295-4E07-A432-72B85B59399E}" type="pres">
      <dgm:prSet presAssocID="{CAB74A9E-E0E5-4CF8-9D0D-FD5E938800D4}" presName="bgRect" presStyleLbl="bgShp" presStyleIdx="2" presStyleCnt="3"/>
      <dgm:spPr/>
    </dgm:pt>
    <dgm:pt modelId="{D7FB5E13-9011-4F52-92CC-A6C58F68AFA5}" type="pres">
      <dgm:prSet presAssocID="{CAB74A9E-E0E5-4CF8-9D0D-FD5E938800D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B2601D9-2ACD-433E-AB4C-57E33602AF76}" type="pres">
      <dgm:prSet presAssocID="{CAB74A9E-E0E5-4CF8-9D0D-FD5E938800D4}" presName="spaceRect" presStyleCnt="0"/>
      <dgm:spPr/>
    </dgm:pt>
    <dgm:pt modelId="{A6C02153-A160-4DAB-A5D5-894FE2F3F3A6}" type="pres">
      <dgm:prSet presAssocID="{CAB74A9E-E0E5-4CF8-9D0D-FD5E938800D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D8A0D50-BA61-49D7-9EA5-A7769562FEBB}" srcId="{03D73B15-BDD6-4CB5-BE5C-B022558618D4}" destId="{11E7053C-6110-4FFC-B6FE-F1D221136971}" srcOrd="1" destOrd="0" parTransId="{E6F1A6B5-D52E-48C9-B4E0-7918106877ED}" sibTransId="{8B1D7DD0-7A5D-48CF-8667-69DEEFE5657E}"/>
    <dgm:cxn modelId="{6F342FA0-E7FD-44E0-BA20-A2B12BE8F8A8}" type="presOf" srcId="{CAB74A9E-E0E5-4CF8-9D0D-FD5E938800D4}" destId="{A6C02153-A160-4DAB-A5D5-894FE2F3F3A6}" srcOrd="0" destOrd="0" presId="urn:microsoft.com/office/officeart/2018/2/layout/IconVerticalSolidList"/>
    <dgm:cxn modelId="{695AF7AA-C804-4974-8B2E-7E63FDD9D3E4}" type="presOf" srcId="{534832A8-048F-4DF3-A7AA-9F7E98A93BE0}" destId="{8A1ADA31-1607-44D9-B918-A8B1ACDDB389}" srcOrd="0" destOrd="0" presId="urn:microsoft.com/office/officeart/2018/2/layout/IconVerticalSolidList"/>
    <dgm:cxn modelId="{BBECC1B0-6CA3-4E38-9C62-33B8B41821CA}" type="presOf" srcId="{11E7053C-6110-4FFC-B6FE-F1D221136971}" destId="{916A9B5D-DFCB-4540-B48E-E53A017B7C99}" srcOrd="0" destOrd="0" presId="urn:microsoft.com/office/officeart/2018/2/layout/IconVerticalSolidList"/>
    <dgm:cxn modelId="{B0CE3BB2-BDAB-44C4-963A-1565A234522F}" type="presOf" srcId="{03D73B15-BDD6-4CB5-BE5C-B022558618D4}" destId="{023160D1-77BA-4797-BEF3-992D2A8C21E8}" srcOrd="0" destOrd="0" presId="urn:microsoft.com/office/officeart/2018/2/layout/IconVerticalSolidList"/>
    <dgm:cxn modelId="{53D47FCA-BB5A-4C6D-92A3-B71925789549}" srcId="{03D73B15-BDD6-4CB5-BE5C-B022558618D4}" destId="{534832A8-048F-4DF3-A7AA-9F7E98A93BE0}" srcOrd="0" destOrd="0" parTransId="{7BC8A701-05DF-4CDA-AECA-FF3EF0DB0712}" sibTransId="{6CE4B172-A090-4CEA-B136-7D5720DDD0BA}"/>
    <dgm:cxn modelId="{4DEE42F8-B389-4EA9-B2A9-1FE38B009A28}" srcId="{03D73B15-BDD6-4CB5-BE5C-B022558618D4}" destId="{CAB74A9E-E0E5-4CF8-9D0D-FD5E938800D4}" srcOrd="2" destOrd="0" parTransId="{B05F94FA-FB69-4642-B19F-4E67206A976A}" sibTransId="{A99DB786-F63C-4D99-AE85-05402F04405F}"/>
    <dgm:cxn modelId="{A093ED75-BCAE-4E7D-8C2B-27503AD5A523}" type="presParOf" srcId="{023160D1-77BA-4797-BEF3-992D2A8C21E8}" destId="{5B61D3C8-D053-49CE-AB50-CFE33C696A0D}" srcOrd="0" destOrd="0" presId="urn:microsoft.com/office/officeart/2018/2/layout/IconVerticalSolidList"/>
    <dgm:cxn modelId="{8EB87130-C286-4ECF-81DD-D0A2B8A37F48}" type="presParOf" srcId="{5B61D3C8-D053-49CE-AB50-CFE33C696A0D}" destId="{51FA0BCE-17AC-42C8-92B2-3503AF933315}" srcOrd="0" destOrd="0" presId="urn:microsoft.com/office/officeart/2018/2/layout/IconVerticalSolidList"/>
    <dgm:cxn modelId="{A159CD43-1A28-49B8-AF44-C661D14DBC4F}" type="presParOf" srcId="{5B61D3C8-D053-49CE-AB50-CFE33C696A0D}" destId="{A36D2021-89D5-411B-A19D-5386995D3A62}" srcOrd="1" destOrd="0" presId="urn:microsoft.com/office/officeart/2018/2/layout/IconVerticalSolidList"/>
    <dgm:cxn modelId="{2C3FF61F-89E2-411B-8983-DB57CE522524}" type="presParOf" srcId="{5B61D3C8-D053-49CE-AB50-CFE33C696A0D}" destId="{63884033-4BBF-4B64-85DA-32E5755C34A0}" srcOrd="2" destOrd="0" presId="urn:microsoft.com/office/officeart/2018/2/layout/IconVerticalSolidList"/>
    <dgm:cxn modelId="{0EBFEB8F-111C-4F5D-9BC3-1403F22B100D}" type="presParOf" srcId="{5B61D3C8-D053-49CE-AB50-CFE33C696A0D}" destId="{8A1ADA31-1607-44D9-B918-A8B1ACDDB389}" srcOrd="3" destOrd="0" presId="urn:microsoft.com/office/officeart/2018/2/layout/IconVerticalSolidList"/>
    <dgm:cxn modelId="{06DA0BE8-71A5-4844-8A63-468548C1ECB9}" type="presParOf" srcId="{023160D1-77BA-4797-BEF3-992D2A8C21E8}" destId="{1622DA58-FF14-4CB8-A0A8-A6AC61AC72DD}" srcOrd="1" destOrd="0" presId="urn:microsoft.com/office/officeart/2018/2/layout/IconVerticalSolidList"/>
    <dgm:cxn modelId="{6DA1D175-D28E-431F-842F-C3E096F18EB2}" type="presParOf" srcId="{023160D1-77BA-4797-BEF3-992D2A8C21E8}" destId="{379F2C0A-0679-4BBE-89CA-2B0933E0BFDE}" srcOrd="2" destOrd="0" presId="urn:microsoft.com/office/officeart/2018/2/layout/IconVerticalSolidList"/>
    <dgm:cxn modelId="{C5E47225-B896-4644-847F-EAA09B006C18}" type="presParOf" srcId="{379F2C0A-0679-4BBE-89CA-2B0933E0BFDE}" destId="{3778541A-7442-4E2B-8E6E-9C3F6D0DB98D}" srcOrd="0" destOrd="0" presId="urn:microsoft.com/office/officeart/2018/2/layout/IconVerticalSolidList"/>
    <dgm:cxn modelId="{ED7B4D4A-7062-46B7-A279-9B50CF1BC60A}" type="presParOf" srcId="{379F2C0A-0679-4BBE-89CA-2B0933E0BFDE}" destId="{27177668-2404-4340-A6B3-6A8F418BFEFE}" srcOrd="1" destOrd="0" presId="urn:microsoft.com/office/officeart/2018/2/layout/IconVerticalSolidList"/>
    <dgm:cxn modelId="{F2AC34C5-FFDE-44E5-AAD9-BA89CD5BD4F8}" type="presParOf" srcId="{379F2C0A-0679-4BBE-89CA-2B0933E0BFDE}" destId="{EB181996-A9EB-4CD6-8D99-EF341E9989F9}" srcOrd="2" destOrd="0" presId="urn:microsoft.com/office/officeart/2018/2/layout/IconVerticalSolidList"/>
    <dgm:cxn modelId="{9F89C387-4E4F-4D96-8D41-17DBB92586CC}" type="presParOf" srcId="{379F2C0A-0679-4BBE-89CA-2B0933E0BFDE}" destId="{916A9B5D-DFCB-4540-B48E-E53A017B7C99}" srcOrd="3" destOrd="0" presId="urn:microsoft.com/office/officeart/2018/2/layout/IconVerticalSolidList"/>
    <dgm:cxn modelId="{DE158267-FB31-49F8-9205-D3E9B439D342}" type="presParOf" srcId="{023160D1-77BA-4797-BEF3-992D2A8C21E8}" destId="{3C0EC92C-BD8B-420C-B97A-43DDD8F6B08D}" srcOrd="3" destOrd="0" presId="urn:microsoft.com/office/officeart/2018/2/layout/IconVerticalSolidList"/>
    <dgm:cxn modelId="{D2A57214-E8E4-4DD5-8B7C-2DEB0F45C57D}" type="presParOf" srcId="{023160D1-77BA-4797-BEF3-992D2A8C21E8}" destId="{6DD02FAE-5F7D-4523-91E9-898C26EE02EB}" srcOrd="4" destOrd="0" presId="urn:microsoft.com/office/officeart/2018/2/layout/IconVerticalSolidList"/>
    <dgm:cxn modelId="{245313E3-491D-4DEB-9F80-55AB83FF82FE}" type="presParOf" srcId="{6DD02FAE-5F7D-4523-91E9-898C26EE02EB}" destId="{83919F43-0295-4E07-A432-72B85B59399E}" srcOrd="0" destOrd="0" presId="urn:microsoft.com/office/officeart/2018/2/layout/IconVerticalSolidList"/>
    <dgm:cxn modelId="{42A54DAC-D8C0-4061-B0D1-D8849E369AFF}" type="presParOf" srcId="{6DD02FAE-5F7D-4523-91E9-898C26EE02EB}" destId="{D7FB5E13-9011-4F52-92CC-A6C58F68AFA5}" srcOrd="1" destOrd="0" presId="urn:microsoft.com/office/officeart/2018/2/layout/IconVerticalSolidList"/>
    <dgm:cxn modelId="{89188935-D2B2-4A52-9C51-DD7FF37C1FBF}" type="presParOf" srcId="{6DD02FAE-5F7D-4523-91E9-898C26EE02EB}" destId="{BB2601D9-2ACD-433E-AB4C-57E33602AF76}" srcOrd="2" destOrd="0" presId="urn:microsoft.com/office/officeart/2018/2/layout/IconVerticalSolidList"/>
    <dgm:cxn modelId="{8417B91C-9F31-4E64-9EFC-223737D3780D}" type="presParOf" srcId="{6DD02FAE-5F7D-4523-91E9-898C26EE02EB}" destId="{A6C02153-A160-4DAB-A5D5-894FE2F3F3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D1C8C1-A1FF-419D-A85A-C725E13DC0A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F4A1C61-F12D-448A-9B35-11C6AF027C85}">
      <dgm:prSet/>
      <dgm:spPr/>
      <dgm:t>
        <a:bodyPr/>
        <a:lstStyle/>
        <a:p>
          <a:pPr>
            <a:defRPr cap="all"/>
          </a:pPr>
          <a:r>
            <a:rPr lang="en-US"/>
            <a:t>The organization shows a noticeable attrition rate</a:t>
          </a:r>
        </a:p>
      </dgm:t>
    </dgm:pt>
    <dgm:pt modelId="{FE637614-AF55-4212-A597-F078A22C6F85}" type="parTrans" cxnId="{73661D66-504F-465C-A5C0-E88A3B51B9FD}">
      <dgm:prSet/>
      <dgm:spPr/>
      <dgm:t>
        <a:bodyPr/>
        <a:lstStyle/>
        <a:p>
          <a:endParaRPr lang="en-US"/>
        </a:p>
      </dgm:t>
    </dgm:pt>
    <dgm:pt modelId="{FB296462-BC42-429A-A152-53C66B0E9A07}" type="sibTrans" cxnId="{73661D66-504F-465C-A5C0-E88A3B51B9FD}">
      <dgm:prSet/>
      <dgm:spPr/>
      <dgm:t>
        <a:bodyPr/>
        <a:lstStyle/>
        <a:p>
          <a:endParaRPr lang="en-US"/>
        </a:p>
      </dgm:t>
    </dgm:pt>
    <dgm:pt modelId="{3F038806-1D3B-4728-9934-219C3A303EB4}">
      <dgm:prSet/>
      <dgm:spPr/>
      <dgm:t>
        <a:bodyPr/>
        <a:lstStyle/>
        <a:p>
          <a:pPr>
            <a:defRPr cap="all"/>
          </a:pPr>
          <a:r>
            <a:rPr lang="en-US"/>
            <a:t>Employee turnover is significant enough to require HR action</a:t>
          </a:r>
        </a:p>
      </dgm:t>
    </dgm:pt>
    <dgm:pt modelId="{EEE2117D-EF51-4752-9625-0712A874FC1B}" type="parTrans" cxnId="{3675A16F-45D6-4613-B557-C1266248CE55}">
      <dgm:prSet/>
      <dgm:spPr/>
      <dgm:t>
        <a:bodyPr/>
        <a:lstStyle/>
        <a:p>
          <a:endParaRPr lang="en-US"/>
        </a:p>
      </dgm:t>
    </dgm:pt>
    <dgm:pt modelId="{BE762977-D8D1-4A31-8321-423DA42DE9C9}" type="sibTrans" cxnId="{3675A16F-45D6-4613-B557-C1266248CE55}">
      <dgm:prSet/>
      <dgm:spPr/>
      <dgm:t>
        <a:bodyPr/>
        <a:lstStyle/>
        <a:p>
          <a:endParaRPr lang="en-US"/>
        </a:p>
      </dgm:t>
    </dgm:pt>
    <dgm:pt modelId="{59D5EC73-3CFB-41B3-A8D6-9B7A93C49564}">
      <dgm:prSet/>
      <dgm:spPr/>
      <dgm:t>
        <a:bodyPr/>
        <a:lstStyle/>
        <a:p>
          <a:pPr>
            <a:defRPr cap="all"/>
          </a:pPr>
          <a:r>
            <a:rPr lang="en-US"/>
            <a:t>Retention strategies are necessary to reduce workforce loss</a:t>
          </a:r>
        </a:p>
      </dgm:t>
    </dgm:pt>
    <dgm:pt modelId="{EEC21AB7-EF04-49CD-9AB7-2DC8CAC697AD}" type="parTrans" cxnId="{E0EAC11E-B04E-47C2-9345-DFCC6E5C1CE0}">
      <dgm:prSet/>
      <dgm:spPr/>
      <dgm:t>
        <a:bodyPr/>
        <a:lstStyle/>
        <a:p>
          <a:endParaRPr lang="en-US"/>
        </a:p>
      </dgm:t>
    </dgm:pt>
    <dgm:pt modelId="{135108DF-E4C3-4BA9-993A-4730AA4B4073}" type="sibTrans" cxnId="{E0EAC11E-B04E-47C2-9345-DFCC6E5C1CE0}">
      <dgm:prSet/>
      <dgm:spPr/>
      <dgm:t>
        <a:bodyPr/>
        <a:lstStyle/>
        <a:p>
          <a:endParaRPr lang="en-US"/>
        </a:p>
      </dgm:t>
    </dgm:pt>
    <dgm:pt modelId="{A0838C4E-A42C-48CF-84D9-11902FD4D3D9}" type="pres">
      <dgm:prSet presAssocID="{45D1C8C1-A1FF-419D-A85A-C725E13DC0A7}" presName="root" presStyleCnt="0">
        <dgm:presLayoutVars>
          <dgm:dir/>
          <dgm:resizeHandles val="exact"/>
        </dgm:presLayoutVars>
      </dgm:prSet>
      <dgm:spPr/>
    </dgm:pt>
    <dgm:pt modelId="{4A93B401-DC43-4141-AD61-C8D95C59898B}" type="pres">
      <dgm:prSet presAssocID="{0F4A1C61-F12D-448A-9B35-11C6AF027C85}" presName="compNode" presStyleCnt="0"/>
      <dgm:spPr/>
    </dgm:pt>
    <dgm:pt modelId="{1C491426-BC1F-4279-B8B1-83D8D0CC6887}" type="pres">
      <dgm:prSet presAssocID="{0F4A1C61-F12D-448A-9B35-11C6AF027C85}" presName="iconBgRect" presStyleLbl="bgShp" presStyleIdx="0" presStyleCnt="3"/>
      <dgm:spPr/>
    </dgm:pt>
    <dgm:pt modelId="{BFED69A6-5EF2-4FF2-86C1-3F282F05572E}" type="pres">
      <dgm:prSet presAssocID="{0F4A1C61-F12D-448A-9B35-11C6AF027C8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A2E5BDA-2746-4AF4-BF79-85A9F93455B5}" type="pres">
      <dgm:prSet presAssocID="{0F4A1C61-F12D-448A-9B35-11C6AF027C85}" presName="spaceRect" presStyleCnt="0"/>
      <dgm:spPr/>
    </dgm:pt>
    <dgm:pt modelId="{A6B053E6-6CF1-4FC7-9151-F0824190C202}" type="pres">
      <dgm:prSet presAssocID="{0F4A1C61-F12D-448A-9B35-11C6AF027C85}" presName="textRect" presStyleLbl="revTx" presStyleIdx="0" presStyleCnt="3">
        <dgm:presLayoutVars>
          <dgm:chMax val="1"/>
          <dgm:chPref val="1"/>
        </dgm:presLayoutVars>
      </dgm:prSet>
      <dgm:spPr/>
    </dgm:pt>
    <dgm:pt modelId="{5D1FE3CC-E923-44B9-BFB8-6D9976D0B3D6}" type="pres">
      <dgm:prSet presAssocID="{FB296462-BC42-429A-A152-53C66B0E9A07}" presName="sibTrans" presStyleCnt="0"/>
      <dgm:spPr/>
    </dgm:pt>
    <dgm:pt modelId="{C5A3C560-69AA-4E3E-8BD4-0D5EE4CEC6DB}" type="pres">
      <dgm:prSet presAssocID="{3F038806-1D3B-4728-9934-219C3A303EB4}" presName="compNode" presStyleCnt="0"/>
      <dgm:spPr/>
    </dgm:pt>
    <dgm:pt modelId="{DEFA3399-2789-4B7D-AC68-9E189B343C9C}" type="pres">
      <dgm:prSet presAssocID="{3F038806-1D3B-4728-9934-219C3A303EB4}" presName="iconBgRect" presStyleLbl="bgShp" presStyleIdx="1" presStyleCnt="3"/>
      <dgm:spPr/>
    </dgm:pt>
    <dgm:pt modelId="{AAD0FDEF-5D43-4393-A425-DAE759987C34}" type="pres">
      <dgm:prSet presAssocID="{3F038806-1D3B-4728-9934-219C3A303EB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579ADFA6-A279-48DD-B59F-9B5A5C2979C4}" type="pres">
      <dgm:prSet presAssocID="{3F038806-1D3B-4728-9934-219C3A303EB4}" presName="spaceRect" presStyleCnt="0"/>
      <dgm:spPr/>
    </dgm:pt>
    <dgm:pt modelId="{E72D7E92-33BD-4D2F-8B87-088D448512CA}" type="pres">
      <dgm:prSet presAssocID="{3F038806-1D3B-4728-9934-219C3A303EB4}" presName="textRect" presStyleLbl="revTx" presStyleIdx="1" presStyleCnt="3">
        <dgm:presLayoutVars>
          <dgm:chMax val="1"/>
          <dgm:chPref val="1"/>
        </dgm:presLayoutVars>
      </dgm:prSet>
      <dgm:spPr/>
    </dgm:pt>
    <dgm:pt modelId="{CF90B1B5-979E-444F-884F-95D9A945FF01}" type="pres">
      <dgm:prSet presAssocID="{BE762977-D8D1-4A31-8321-423DA42DE9C9}" presName="sibTrans" presStyleCnt="0"/>
      <dgm:spPr/>
    </dgm:pt>
    <dgm:pt modelId="{8A4CDCCD-209E-4411-B52A-94E31B82A0A6}" type="pres">
      <dgm:prSet presAssocID="{59D5EC73-3CFB-41B3-A8D6-9B7A93C49564}" presName="compNode" presStyleCnt="0"/>
      <dgm:spPr/>
    </dgm:pt>
    <dgm:pt modelId="{3173A56D-2FF2-46B9-B6F5-1AD9565D1208}" type="pres">
      <dgm:prSet presAssocID="{59D5EC73-3CFB-41B3-A8D6-9B7A93C49564}" presName="iconBgRect" presStyleLbl="bgShp" presStyleIdx="2" presStyleCnt="3"/>
      <dgm:spPr/>
    </dgm:pt>
    <dgm:pt modelId="{310895E4-8CB0-44D0-9BCD-6C70A56416BC}" type="pres">
      <dgm:prSet presAssocID="{59D5EC73-3CFB-41B3-A8D6-9B7A93C4956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D5BD61DA-434F-49BE-B6F9-8609BC209A52}" type="pres">
      <dgm:prSet presAssocID="{59D5EC73-3CFB-41B3-A8D6-9B7A93C49564}" presName="spaceRect" presStyleCnt="0"/>
      <dgm:spPr/>
    </dgm:pt>
    <dgm:pt modelId="{D753EDD6-D7EF-47A2-9E5B-1C69F2542F01}" type="pres">
      <dgm:prSet presAssocID="{59D5EC73-3CFB-41B3-A8D6-9B7A93C4956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E698F0B-46FB-4B55-8335-4BE74227C12E}" type="presOf" srcId="{45D1C8C1-A1FF-419D-A85A-C725E13DC0A7}" destId="{A0838C4E-A42C-48CF-84D9-11902FD4D3D9}" srcOrd="0" destOrd="0" presId="urn:microsoft.com/office/officeart/2018/5/layout/IconCircleLabelList"/>
    <dgm:cxn modelId="{E0EAC11E-B04E-47C2-9345-DFCC6E5C1CE0}" srcId="{45D1C8C1-A1FF-419D-A85A-C725E13DC0A7}" destId="{59D5EC73-3CFB-41B3-A8D6-9B7A93C49564}" srcOrd="2" destOrd="0" parTransId="{EEC21AB7-EF04-49CD-9AB7-2DC8CAC697AD}" sibTransId="{135108DF-E4C3-4BA9-993A-4730AA4B4073}"/>
    <dgm:cxn modelId="{73661D66-504F-465C-A5C0-E88A3B51B9FD}" srcId="{45D1C8C1-A1FF-419D-A85A-C725E13DC0A7}" destId="{0F4A1C61-F12D-448A-9B35-11C6AF027C85}" srcOrd="0" destOrd="0" parTransId="{FE637614-AF55-4212-A597-F078A22C6F85}" sibTransId="{FB296462-BC42-429A-A152-53C66B0E9A07}"/>
    <dgm:cxn modelId="{3675A16F-45D6-4613-B557-C1266248CE55}" srcId="{45D1C8C1-A1FF-419D-A85A-C725E13DC0A7}" destId="{3F038806-1D3B-4728-9934-219C3A303EB4}" srcOrd="1" destOrd="0" parTransId="{EEE2117D-EF51-4752-9625-0712A874FC1B}" sibTransId="{BE762977-D8D1-4A31-8321-423DA42DE9C9}"/>
    <dgm:cxn modelId="{3EFE4753-BA62-4514-B095-7A9BD12E426D}" type="presOf" srcId="{3F038806-1D3B-4728-9934-219C3A303EB4}" destId="{E72D7E92-33BD-4D2F-8B87-088D448512CA}" srcOrd="0" destOrd="0" presId="urn:microsoft.com/office/officeart/2018/5/layout/IconCircleLabelList"/>
    <dgm:cxn modelId="{AAEFFB79-729A-4E8A-B566-97F0CB9B908F}" type="presOf" srcId="{59D5EC73-3CFB-41B3-A8D6-9B7A93C49564}" destId="{D753EDD6-D7EF-47A2-9E5B-1C69F2542F01}" srcOrd="0" destOrd="0" presId="urn:microsoft.com/office/officeart/2018/5/layout/IconCircleLabelList"/>
    <dgm:cxn modelId="{305803DB-53FE-4517-82FB-AB26F887A77A}" type="presOf" srcId="{0F4A1C61-F12D-448A-9B35-11C6AF027C85}" destId="{A6B053E6-6CF1-4FC7-9151-F0824190C202}" srcOrd="0" destOrd="0" presId="urn:microsoft.com/office/officeart/2018/5/layout/IconCircleLabelList"/>
    <dgm:cxn modelId="{BCF55DE9-99F9-42E0-A396-33278E872706}" type="presParOf" srcId="{A0838C4E-A42C-48CF-84D9-11902FD4D3D9}" destId="{4A93B401-DC43-4141-AD61-C8D95C59898B}" srcOrd="0" destOrd="0" presId="urn:microsoft.com/office/officeart/2018/5/layout/IconCircleLabelList"/>
    <dgm:cxn modelId="{C6DF02DF-C631-4F56-B55F-58BEBA3B48BA}" type="presParOf" srcId="{4A93B401-DC43-4141-AD61-C8D95C59898B}" destId="{1C491426-BC1F-4279-B8B1-83D8D0CC6887}" srcOrd="0" destOrd="0" presId="urn:microsoft.com/office/officeart/2018/5/layout/IconCircleLabelList"/>
    <dgm:cxn modelId="{B819E94A-FB9C-4107-B4AE-F4DC4FC07E78}" type="presParOf" srcId="{4A93B401-DC43-4141-AD61-C8D95C59898B}" destId="{BFED69A6-5EF2-4FF2-86C1-3F282F05572E}" srcOrd="1" destOrd="0" presId="urn:microsoft.com/office/officeart/2018/5/layout/IconCircleLabelList"/>
    <dgm:cxn modelId="{3DCB34C2-2B56-4008-8761-AF929D3311B8}" type="presParOf" srcId="{4A93B401-DC43-4141-AD61-C8D95C59898B}" destId="{4A2E5BDA-2746-4AF4-BF79-85A9F93455B5}" srcOrd="2" destOrd="0" presId="urn:microsoft.com/office/officeart/2018/5/layout/IconCircleLabelList"/>
    <dgm:cxn modelId="{FD2E94B7-D4C1-44D1-9428-4EC031DB9BA4}" type="presParOf" srcId="{4A93B401-DC43-4141-AD61-C8D95C59898B}" destId="{A6B053E6-6CF1-4FC7-9151-F0824190C202}" srcOrd="3" destOrd="0" presId="urn:microsoft.com/office/officeart/2018/5/layout/IconCircleLabelList"/>
    <dgm:cxn modelId="{DF210360-C72B-4DAF-BC10-959D03B294E9}" type="presParOf" srcId="{A0838C4E-A42C-48CF-84D9-11902FD4D3D9}" destId="{5D1FE3CC-E923-44B9-BFB8-6D9976D0B3D6}" srcOrd="1" destOrd="0" presId="urn:microsoft.com/office/officeart/2018/5/layout/IconCircleLabelList"/>
    <dgm:cxn modelId="{ACAFFD50-D3CB-44BE-9FEE-FF8AB928B1A6}" type="presParOf" srcId="{A0838C4E-A42C-48CF-84D9-11902FD4D3D9}" destId="{C5A3C560-69AA-4E3E-8BD4-0D5EE4CEC6DB}" srcOrd="2" destOrd="0" presId="urn:microsoft.com/office/officeart/2018/5/layout/IconCircleLabelList"/>
    <dgm:cxn modelId="{7ED23E5F-FD11-4171-9820-7506A81F0C5E}" type="presParOf" srcId="{C5A3C560-69AA-4E3E-8BD4-0D5EE4CEC6DB}" destId="{DEFA3399-2789-4B7D-AC68-9E189B343C9C}" srcOrd="0" destOrd="0" presId="urn:microsoft.com/office/officeart/2018/5/layout/IconCircleLabelList"/>
    <dgm:cxn modelId="{E8FB862F-B3F2-4DC1-9479-FA4B4DD162F0}" type="presParOf" srcId="{C5A3C560-69AA-4E3E-8BD4-0D5EE4CEC6DB}" destId="{AAD0FDEF-5D43-4393-A425-DAE759987C34}" srcOrd="1" destOrd="0" presId="urn:microsoft.com/office/officeart/2018/5/layout/IconCircleLabelList"/>
    <dgm:cxn modelId="{A25A3818-3EDC-4699-83C2-44ECBCCC848B}" type="presParOf" srcId="{C5A3C560-69AA-4E3E-8BD4-0D5EE4CEC6DB}" destId="{579ADFA6-A279-48DD-B59F-9B5A5C2979C4}" srcOrd="2" destOrd="0" presId="urn:microsoft.com/office/officeart/2018/5/layout/IconCircleLabelList"/>
    <dgm:cxn modelId="{0F5A9018-DA29-4B60-969F-CE057E668123}" type="presParOf" srcId="{C5A3C560-69AA-4E3E-8BD4-0D5EE4CEC6DB}" destId="{E72D7E92-33BD-4D2F-8B87-088D448512CA}" srcOrd="3" destOrd="0" presId="urn:microsoft.com/office/officeart/2018/5/layout/IconCircleLabelList"/>
    <dgm:cxn modelId="{A6C85028-F3F4-43C2-8816-11452F11652F}" type="presParOf" srcId="{A0838C4E-A42C-48CF-84D9-11902FD4D3D9}" destId="{CF90B1B5-979E-444F-884F-95D9A945FF01}" srcOrd="3" destOrd="0" presId="urn:microsoft.com/office/officeart/2018/5/layout/IconCircleLabelList"/>
    <dgm:cxn modelId="{C0214394-1513-4EEC-85A4-586471BAB86F}" type="presParOf" srcId="{A0838C4E-A42C-48CF-84D9-11902FD4D3D9}" destId="{8A4CDCCD-209E-4411-B52A-94E31B82A0A6}" srcOrd="4" destOrd="0" presId="urn:microsoft.com/office/officeart/2018/5/layout/IconCircleLabelList"/>
    <dgm:cxn modelId="{2285B21A-4809-4254-B263-11422E687735}" type="presParOf" srcId="{8A4CDCCD-209E-4411-B52A-94E31B82A0A6}" destId="{3173A56D-2FF2-46B9-B6F5-1AD9565D1208}" srcOrd="0" destOrd="0" presId="urn:microsoft.com/office/officeart/2018/5/layout/IconCircleLabelList"/>
    <dgm:cxn modelId="{BC9FFBFF-6F23-4AEF-A81D-7926CC30AC47}" type="presParOf" srcId="{8A4CDCCD-209E-4411-B52A-94E31B82A0A6}" destId="{310895E4-8CB0-44D0-9BCD-6C70A56416BC}" srcOrd="1" destOrd="0" presId="urn:microsoft.com/office/officeart/2018/5/layout/IconCircleLabelList"/>
    <dgm:cxn modelId="{BC2CF28B-B5E8-4E55-9C98-F798DD6ACEC5}" type="presParOf" srcId="{8A4CDCCD-209E-4411-B52A-94E31B82A0A6}" destId="{D5BD61DA-434F-49BE-B6F9-8609BC209A52}" srcOrd="2" destOrd="0" presId="urn:microsoft.com/office/officeart/2018/5/layout/IconCircleLabelList"/>
    <dgm:cxn modelId="{D428B9C5-1C9A-4CB7-872A-7A9D62383FAA}" type="presParOf" srcId="{8A4CDCCD-209E-4411-B52A-94E31B82A0A6}" destId="{D753EDD6-D7EF-47A2-9E5B-1C69F2542F0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3D5BB9-9734-4C00-AED9-AFF6FA9CB1A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EBDFED42-7C73-475B-9156-B0927B4215B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Low salary</a:t>
          </a:r>
        </a:p>
      </dgm:t>
    </dgm:pt>
    <dgm:pt modelId="{D1BD4452-B6A0-4A66-9803-33EEE49517C9}" type="parTrans" cxnId="{A77896EB-681A-4E70-9A18-6295F174954E}">
      <dgm:prSet/>
      <dgm:spPr/>
      <dgm:t>
        <a:bodyPr/>
        <a:lstStyle/>
        <a:p>
          <a:endParaRPr lang="en-US"/>
        </a:p>
      </dgm:t>
    </dgm:pt>
    <dgm:pt modelId="{FE87B80F-3D6A-49FA-A37D-05DD4CB3D182}" type="sibTrans" cxnId="{A77896EB-681A-4E70-9A18-6295F174954E}">
      <dgm:prSet/>
      <dgm:spPr/>
      <dgm:t>
        <a:bodyPr/>
        <a:lstStyle/>
        <a:p>
          <a:endParaRPr lang="en-US"/>
        </a:p>
      </dgm:t>
    </dgm:pt>
    <dgm:pt modelId="{5D7C41F6-EFD4-4D0A-86CC-F01C751B365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Younger age group</a:t>
          </a:r>
        </a:p>
      </dgm:t>
    </dgm:pt>
    <dgm:pt modelId="{CFAC2E21-7F29-42FF-AFEE-E7C9C605F3DC}" type="parTrans" cxnId="{B238A6BA-6300-41D6-BC19-1F6E040C8240}">
      <dgm:prSet/>
      <dgm:spPr/>
      <dgm:t>
        <a:bodyPr/>
        <a:lstStyle/>
        <a:p>
          <a:endParaRPr lang="en-US"/>
        </a:p>
      </dgm:t>
    </dgm:pt>
    <dgm:pt modelId="{084A1D10-8709-4ABE-BCEB-53335921D47F}" type="sibTrans" cxnId="{B238A6BA-6300-41D6-BC19-1F6E040C8240}">
      <dgm:prSet/>
      <dgm:spPr/>
      <dgm:t>
        <a:bodyPr/>
        <a:lstStyle/>
        <a:p>
          <a:endParaRPr lang="en-US"/>
        </a:p>
      </dgm:t>
    </dgm:pt>
    <dgm:pt modelId="{933B1D03-6A7E-4357-AC08-FF320DAA20D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Specific high-risk departments</a:t>
          </a:r>
        </a:p>
      </dgm:t>
    </dgm:pt>
    <dgm:pt modelId="{41C3F26D-3AD5-4421-B5C2-A6C0D8F2EEE7}" type="parTrans" cxnId="{5800991E-40C0-4908-80BC-C5656691EE70}">
      <dgm:prSet/>
      <dgm:spPr/>
      <dgm:t>
        <a:bodyPr/>
        <a:lstStyle/>
        <a:p>
          <a:endParaRPr lang="en-US"/>
        </a:p>
      </dgm:t>
    </dgm:pt>
    <dgm:pt modelId="{BB041347-79F2-41EA-8215-62F4E74ADC19}" type="sibTrans" cxnId="{5800991E-40C0-4908-80BC-C5656691EE70}">
      <dgm:prSet/>
      <dgm:spPr/>
      <dgm:t>
        <a:bodyPr/>
        <a:lstStyle/>
        <a:p>
          <a:endParaRPr lang="en-US"/>
        </a:p>
      </dgm:t>
    </dgm:pt>
    <dgm:pt modelId="{14DFCAE3-5EB9-49EC-B6AC-4BFA9D85FCF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Short tenure (early-stage employees)</a:t>
          </a:r>
        </a:p>
      </dgm:t>
    </dgm:pt>
    <dgm:pt modelId="{7F8BB0D7-8617-4D8A-AB5C-B83D65E0C746}" type="parTrans" cxnId="{D5E5F7D5-8EB6-4C0B-8643-058528AECF60}">
      <dgm:prSet/>
      <dgm:spPr/>
      <dgm:t>
        <a:bodyPr/>
        <a:lstStyle/>
        <a:p>
          <a:endParaRPr lang="en-US"/>
        </a:p>
      </dgm:t>
    </dgm:pt>
    <dgm:pt modelId="{10D0A838-30DF-476F-90AA-FA2DA04BF390}" type="sibTrans" cxnId="{D5E5F7D5-8EB6-4C0B-8643-058528AECF60}">
      <dgm:prSet/>
      <dgm:spPr/>
      <dgm:t>
        <a:bodyPr/>
        <a:lstStyle/>
        <a:p>
          <a:endParaRPr lang="en-US"/>
        </a:p>
      </dgm:t>
    </dgm:pt>
    <dgm:pt modelId="{60748E37-4E33-46D9-8D44-F7756C5680CE}" type="pres">
      <dgm:prSet presAssocID="{B73D5BB9-9734-4C00-AED9-AFF6FA9CB1A9}" presName="root" presStyleCnt="0">
        <dgm:presLayoutVars>
          <dgm:dir/>
          <dgm:resizeHandles val="exact"/>
        </dgm:presLayoutVars>
      </dgm:prSet>
      <dgm:spPr/>
    </dgm:pt>
    <dgm:pt modelId="{3554879B-C419-4363-83B4-F09A06B70076}" type="pres">
      <dgm:prSet presAssocID="{EBDFED42-7C73-475B-9156-B0927B4215BD}" presName="compNode" presStyleCnt="0"/>
      <dgm:spPr/>
    </dgm:pt>
    <dgm:pt modelId="{68F27527-99B5-4819-9243-10F50551BFBE}" type="pres">
      <dgm:prSet presAssocID="{EBDFED42-7C73-475B-9156-B0927B4215BD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3D75023-D8DC-4A51-8FB1-00CCE91E871C}" type="pres">
      <dgm:prSet presAssocID="{EBDFED42-7C73-475B-9156-B0927B4215B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82CB78A-7B8C-4991-AA4B-36E1F8EBA482}" type="pres">
      <dgm:prSet presAssocID="{EBDFED42-7C73-475B-9156-B0927B4215BD}" presName="spaceRect" presStyleCnt="0"/>
      <dgm:spPr/>
    </dgm:pt>
    <dgm:pt modelId="{CDFAD8CF-42DE-4344-9AAA-0AAD0C29D573}" type="pres">
      <dgm:prSet presAssocID="{EBDFED42-7C73-475B-9156-B0927B4215BD}" presName="textRect" presStyleLbl="revTx" presStyleIdx="0" presStyleCnt="4">
        <dgm:presLayoutVars>
          <dgm:chMax val="1"/>
          <dgm:chPref val="1"/>
        </dgm:presLayoutVars>
      </dgm:prSet>
      <dgm:spPr/>
    </dgm:pt>
    <dgm:pt modelId="{7DDF1D75-00C8-42EC-A6C0-A55B8C932109}" type="pres">
      <dgm:prSet presAssocID="{FE87B80F-3D6A-49FA-A37D-05DD4CB3D182}" presName="sibTrans" presStyleCnt="0"/>
      <dgm:spPr/>
    </dgm:pt>
    <dgm:pt modelId="{C97F4992-C486-44CD-B634-731E6EB8EE0D}" type="pres">
      <dgm:prSet presAssocID="{5D7C41F6-EFD4-4D0A-86CC-F01C751B365F}" presName="compNode" presStyleCnt="0"/>
      <dgm:spPr/>
    </dgm:pt>
    <dgm:pt modelId="{66D94521-554F-4588-8278-63B65D3CBF62}" type="pres">
      <dgm:prSet presAssocID="{5D7C41F6-EFD4-4D0A-86CC-F01C751B365F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3FBC3A7-EDBD-43C2-9C73-03A317BDCD2B}" type="pres">
      <dgm:prSet presAssocID="{5D7C41F6-EFD4-4D0A-86CC-F01C751B365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2ACD2610-993D-4983-8D7F-EAB7D4AF042F}" type="pres">
      <dgm:prSet presAssocID="{5D7C41F6-EFD4-4D0A-86CC-F01C751B365F}" presName="spaceRect" presStyleCnt="0"/>
      <dgm:spPr/>
    </dgm:pt>
    <dgm:pt modelId="{EB25F39D-8A74-465E-ADD6-D4EBF362C9B5}" type="pres">
      <dgm:prSet presAssocID="{5D7C41F6-EFD4-4D0A-86CC-F01C751B365F}" presName="textRect" presStyleLbl="revTx" presStyleIdx="1" presStyleCnt="4">
        <dgm:presLayoutVars>
          <dgm:chMax val="1"/>
          <dgm:chPref val="1"/>
        </dgm:presLayoutVars>
      </dgm:prSet>
      <dgm:spPr/>
    </dgm:pt>
    <dgm:pt modelId="{8B748FE9-6024-4633-B5AC-813309537D36}" type="pres">
      <dgm:prSet presAssocID="{084A1D10-8709-4ABE-BCEB-53335921D47F}" presName="sibTrans" presStyleCnt="0"/>
      <dgm:spPr/>
    </dgm:pt>
    <dgm:pt modelId="{36B038AA-B0C6-4B91-AFFC-8F221269AA5C}" type="pres">
      <dgm:prSet presAssocID="{933B1D03-6A7E-4357-AC08-FF320DAA20D6}" presName="compNode" presStyleCnt="0"/>
      <dgm:spPr/>
    </dgm:pt>
    <dgm:pt modelId="{7CDC9CD9-AE3F-4A6B-BEF4-4D4645202310}" type="pres">
      <dgm:prSet presAssocID="{933B1D03-6A7E-4357-AC08-FF320DAA20D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B2D232C-CA08-4976-BDDD-8CB7A8359B94}" type="pres">
      <dgm:prSet presAssocID="{933B1D03-6A7E-4357-AC08-FF320DAA20D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3CF8598-9679-43EB-A331-1FD48F048FAA}" type="pres">
      <dgm:prSet presAssocID="{933B1D03-6A7E-4357-AC08-FF320DAA20D6}" presName="spaceRect" presStyleCnt="0"/>
      <dgm:spPr/>
    </dgm:pt>
    <dgm:pt modelId="{8CD9A352-509D-4F98-97B4-0B78CBA60DFA}" type="pres">
      <dgm:prSet presAssocID="{933B1D03-6A7E-4357-AC08-FF320DAA20D6}" presName="textRect" presStyleLbl="revTx" presStyleIdx="2" presStyleCnt="4">
        <dgm:presLayoutVars>
          <dgm:chMax val="1"/>
          <dgm:chPref val="1"/>
        </dgm:presLayoutVars>
      </dgm:prSet>
      <dgm:spPr/>
    </dgm:pt>
    <dgm:pt modelId="{415D17A9-96F2-46D5-9EBA-8D73D525FB64}" type="pres">
      <dgm:prSet presAssocID="{BB041347-79F2-41EA-8215-62F4E74ADC19}" presName="sibTrans" presStyleCnt="0"/>
      <dgm:spPr/>
    </dgm:pt>
    <dgm:pt modelId="{62D2DFA9-62C8-47A2-BCE3-8282B9028D01}" type="pres">
      <dgm:prSet presAssocID="{14DFCAE3-5EB9-49EC-B6AC-4BFA9D85FCF1}" presName="compNode" presStyleCnt="0"/>
      <dgm:spPr/>
    </dgm:pt>
    <dgm:pt modelId="{7EBDFC68-253B-421D-A5DA-BCA057FE0E0C}" type="pres">
      <dgm:prSet presAssocID="{14DFCAE3-5EB9-49EC-B6AC-4BFA9D85FCF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70FF1C0-717C-4E80-9985-54152807427C}" type="pres">
      <dgm:prSet presAssocID="{14DFCAE3-5EB9-49EC-B6AC-4BFA9D85FCF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C582A517-4D00-4D52-AB56-2DB0B92B536F}" type="pres">
      <dgm:prSet presAssocID="{14DFCAE3-5EB9-49EC-B6AC-4BFA9D85FCF1}" presName="spaceRect" presStyleCnt="0"/>
      <dgm:spPr/>
    </dgm:pt>
    <dgm:pt modelId="{5D782751-BF7D-4C6C-8118-8BC1E95A0CD5}" type="pres">
      <dgm:prSet presAssocID="{14DFCAE3-5EB9-49EC-B6AC-4BFA9D85FC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800991E-40C0-4908-80BC-C5656691EE70}" srcId="{B73D5BB9-9734-4C00-AED9-AFF6FA9CB1A9}" destId="{933B1D03-6A7E-4357-AC08-FF320DAA20D6}" srcOrd="2" destOrd="0" parTransId="{41C3F26D-3AD5-4421-B5C2-A6C0D8F2EEE7}" sibTransId="{BB041347-79F2-41EA-8215-62F4E74ADC19}"/>
    <dgm:cxn modelId="{DEA0964B-5EE0-4E49-A1B2-F39489EB63FA}" type="presOf" srcId="{14DFCAE3-5EB9-49EC-B6AC-4BFA9D85FCF1}" destId="{5D782751-BF7D-4C6C-8118-8BC1E95A0CD5}" srcOrd="0" destOrd="0" presId="urn:microsoft.com/office/officeart/2018/5/layout/IconLeafLabelList"/>
    <dgm:cxn modelId="{EBDBE94B-87DE-46A8-8BB6-08692BC7C3D1}" type="presOf" srcId="{933B1D03-6A7E-4357-AC08-FF320DAA20D6}" destId="{8CD9A352-509D-4F98-97B4-0B78CBA60DFA}" srcOrd="0" destOrd="0" presId="urn:microsoft.com/office/officeart/2018/5/layout/IconLeafLabelList"/>
    <dgm:cxn modelId="{BD45477E-D9EB-4158-8D9C-84047CAEF466}" type="presOf" srcId="{5D7C41F6-EFD4-4D0A-86CC-F01C751B365F}" destId="{EB25F39D-8A74-465E-ADD6-D4EBF362C9B5}" srcOrd="0" destOrd="0" presId="urn:microsoft.com/office/officeart/2018/5/layout/IconLeafLabelList"/>
    <dgm:cxn modelId="{DCDEE287-3466-4D4E-91C6-7F11819DCE25}" type="presOf" srcId="{B73D5BB9-9734-4C00-AED9-AFF6FA9CB1A9}" destId="{60748E37-4E33-46D9-8D44-F7756C5680CE}" srcOrd="0" destOrd="0" presId="urn:microsoft.com/office/officeart/2018/5/layout/IconLeafLabelList"/>
    <dgm:cxn modelId="{B238A6BA-6300-41D6-BC19-1F6E040C8240}" srcId="{B73D5BB9-9734-4C00-AED9-AFF6FA9CB1A9}" destId="{5D7C41F6-EFD4-4D0A-86CC-F01C751B365F}" srcOrd="1" destOrd="0" parTransId="{CFAC2E21-7F29-42FF-AFEE-E7C9C605F3DC}" sibTransId="{084A1D10-8709-4ABE-BCEB-53335921D47F}"/>
    <dgm:cxn modelId="{D5E5F7D5-8EB6-4C0B-8643-058528AECF60}" srcId="{B73D5BB9-9734-4C00-AED9-AFF6FA9CB1A9}" destId="{14DFCAE3-5EB9-49EC-B6AC-4BFA9D85FCF1}" srcOrd="3" destOrd="0" parTransId="{7F8BB0D7-8617-4D8A-AB5C-B83D65E0C746}" sibTransId="{10D0A838-30DF-476F-90AA-FA2DA04BF390}"/>
    <dgm:cxn modelId="{5782E3D8-8A7E-477A-B677-EE4E80819AAC}" type="presOf" srcId="{EBDFED42-7C73-475B-9156-B0927B4215BD}" destId="{CDFAD8CF-42DE-4344-9AAA-0AAD0C29D573}" srcOrd="0" destOrd="0" presId="urn:microsoft.com/office/officeart/2018/5/layout/IconLeafLabelList"/>
    <dgm:cxn modelId="{A77896EB-681A-4E70-9A18-6295F174954E}" srcId="{B73D5BB9-9734-4C00-AED9-AFF6FA9CB1A9}" destId="{EBDFED42-7C73-475B-9156-B0927B4215BD}" srcOrd="0" destOrd="0" parTransId="{D1BD4452-B6A0-4A66-9803-33EEE49517C9}" sibTransId="{FE87B80F-3D6A-49FA-A37D-05DD4CB3D182}"/>
    <dgm:cxn modelId="{DC198B87-89A6-4EA8-9B1A-3914CEA232E2}" type="presParOf" srcId="{60748E37-4E33-46D9-8D44-F7756C5680CE}" destId="{3554879B-C419-4363-83B4-F09A06B70076}" srcOrd="0" destOrd="0" presId="urn:microsoft.com/office/officeart/2018/5/layout/IconLeafLabelList"/>
    <dgm:cxn modelId="{EA61FD54-D421-4EFE-8ED8-C6EF1C99CF09}" type="presParOf" srcId="{3554879B-C419-4363-83B4-F09A06B70076}" destId="{68F27527-99B5-4819-9243-10F50551BFBE}" srcOrd="0" destOrd="0" presId="urn:microsoft.com/office/officeart/2018/5/layout/IconLeafLabelList"/>
    <dgm:cxn modelId="{784A88A8-F399-40E3-91B2-AF2A50618CE9}" type="presParOf" srcId="{3554879B-C419-4363-83B4-F09A06B70076}" destId="{23D75023-D8DC-4A51-8FB1-00CCE91E871C}" srcOrd="1" destOrd="0" presId="urn:microsoft.com/office/officeart/2018/5/layout/IconLeafLabelList"/>
    <dgm:cxn modelId="{4CD3F91E-A37B-41A6-AE79-E4C24A911FED}" type="presParOf" srcId="{3554879B-C419-4363-83B4-F09A06B70076}" destId="{A82CB78A-7B8C-4991-AA4B-36E1F8EBA482}" srcOrd="2" destOrd="0" presId="urn:microsoft.com/office/officeart/2018/5/layout/IconLeafLabelList"/>
    <dgm:cxn modelId="{54B4F2E7-D416-4AD5-864C-42DB9C8D4DBE}" type="presParOf" srcId="{3554879B-C419-4363-83B4-F09A06B70076}" destId="{CDFAD8CF-42DE-4344-9AAA-0AAD0C29D573}" srcOrd="3" destOrd="0" presId="urn:microsoft.com/office/officeart/2018/5/layout/IconLeafLabelList"/>
    <dgm:cxn modelId="{1C78A04E-CD49-4DD5-970D-C9634804DCC2}" type="presParOf" srcId="{60748E37-4E33-46D9-8D44-F7756C5680CE}" destId="{7DDF1D75-00C8-42EC-A6C0-A55B8C932109}" srcOrd="1" destOrd="0" presId="urn:microsoft.com/office/officeart/2018/5/layout/IconLeafLabelList"/>
    <dgm:cxn modelId="{B51D51F3-4416-4F69-A8C6-A1FEF0E4EF48}" type="presParOf" srcId="{60748E37-4E33-46D9-8D44-F7756C5680CE}" destId="{C97F4992-C486-44CD-B634-731E6EB8EE0D}" srcOrd="2" destOrd="0" presId="urn:microsoft.com/office/officeart/2018/5/layout/IconLeafLabelList"/>
    <dgm:cxn modelId="{C4098472-AE72-4566-A2F3-444AB01AA614}" type="presParOf" srcId="{C97F4992-C486-44CD-B634-731E6EB8EE0D}" destId="{66D94521-554F-4588-8278-63B65D3CBF62}" srcOrd="0" destOrd="0" presId="urn:microsoft.com/office/officeart/2018/5/layout/IconLeafLabelList"/>
    <dgm:cxn modelId="{FEFE2E96-646D-4E09-9347-92F33CD30223}" type="presParOf" srcId="{C97F4992-C486-44CD-B634-731E6EB8EE0D}" destId="{23FBC3A7-EDBD-43C2-9C73-03A317BDCD2B}" srcOrd="1" destOrd="0" presId="urn:microsoft.com/office/officeart/2018/5/layout/IconLeafLabelList"/>
    <dgm:cxn modelId="{3F63E387-0ABB-4CB0-BDD5-32FCDC86037C}" type="presParOf" srcId="{C97F4992-C486-44CD-B634-731E6EB8EE0D}" destId="{2ACD2610-993D-4983-8D7F-EAB7D4AF042F}" srcOrd="2" destOrd="0" presId="urn:microsoft.com/office/officeart/2018/5/layout/IconLeafLabelList"/>
    <dgm:cxn modelId="{079A90A0-D8BC-433A-8BBD-C368C70B11BE}" type="presParOf" srcId="{C97F4992-C486-44CD-B634-731E6EB8EE0D}" destId="{EB25F39D-8A74-465E-ADD6-D4EBF362C9B5}" srcOrd="3" destOrd="0" presId="urn:microsoft.com/office/officeart/2018/5/layout/IconLeafLabelList"/>
    <dgm:cxn modelId="{E8335EE1-2C1C-4636-A8C3-C5A09EB97875}" type="presParOf" srcId="{60748E37-4E33-46D9-8D44-F7756C5680CE}" destId="{8B748FE9-6024-4633-B5AC-813309537D36}" srcOrd="3" destOrd="0" presId="urn:microsoft.com/office/officeart/2018/5/layout/IconLeafLabelList"/>
    <dgm:cxn modelId="{9C500CD2-2D61-459B-8555-2564E9A0882A}" type="presParOf" srcId="{60748E37-4E33-46D9-8D44-F7756C5680CE}" destId="{36B038AA-B0C6-4B91-AFFC-8F221269AA5C}" srcOrd="4" destOrd="0" presId="urn:microsoft.com/office/officeart/2018/5/layout/IconLeafLabelList"/>
    <dgm:cxn modelId="{8BABBF0A-F6DC-4DF1-922B-1F23B23ED547}" type="presParOf" srcId="{36B038AA-B0C6-4B91-AFFC-8F221269AA5C}" destId="{7CDC9CD9-AE3F-4A6B-BEF4-4D4645202310}" srcOrd="0" destOrd="0" presId="urn:microsoft.com/office/officeart/2018/5/layout/IconLeafLabelList"/>
    <dgm:cxn modelId="{EEE03596-38C7-44DF-B338-397E0101DAB9}" type="presParOf" srcId="{36B038AA-B0C6-4B91-AFFC-8F221269AA5C}" destId="{5B2D232C-CA08-4976-BDDD-8CB7A8359B94}" srcOrd="1" destOrd="0" presId="urn:microsoft.com/office/officeart/2018/5/layout/IconLeafLabelList"/>
    <dgm:cxn modelId="{58EC4D5D-0911-49C8-82B8-E39AFD5DAEF9}" type="presParOf" srcId="{36B038AA-B0C6-4B91-AFFC-8F221269AA5C}" destId="{33CF8598-9679-43EB-A331-1FD48F048FAA}" srcOrd="2" destOrd="0" presId="urn:microsoft.com/office/officeart/2018/5/layout/IconLeafLabelList"/>
    <dgm:cxn modelId="{086E366E-7D2A-4ED0-981F-0D5256AB3043}" type="presParOf" srcId="{36B038AA-B0C6-4B91-AFFC-8F221269AA5C}" destId="{8CD9A352-509D-4F98-97B4-0B78CBA60DFA}" srcOrd="3" destOrd="0" presId="urn:microsoft.com/office/officeart/2018/5/layout/IconLeafLabelList"/>
    <dgm:cxn modelId="{87E6D74F-F6F2-4091-B6BD-98C6D14689DF}" type="presParOf" srcId="{60748E37-4E33-46D9-8D44-F7756C5680CE}" destId="{415D17A9-96F2-46D5-9EBA-8D73D525FB64}" srcOrd="5" destOrd="0" presId="urn:microsoft.com/office/officeart/2018/5/layout/IconLeafLabelList"/>
    <dgm:cxn modelId="{86299EC4-4347-4D49-BAE3-E52EC2FE60CE}" type="presParOf" srcId="{60748E37-4E33-46D9-8D44-F7756C5680CE}" destId="{62D2DFA9-62C8-47A2-BCE3-8282B9028D01}" srcOrd="6" destOrd="0" presId="urn:microsoft.com/office/officeart/2018/5/layout/IconLeafLabelList"/>
    <dgm:cxn modelId="{A0636A6B-B83A-4769-8C38-0301B4BAB25F}" type="presParOf" srcId="{62D2DFA9-62C8-47A2-BCE3-8282B9028D01}" destId="{7EBDFC68-253B-421D-A5DA-BCA057FE0E0C}" srcOrd="0" destOrd="0" presId="urn:microsoft.com/office/officeart/2018/5/layout/IconLeafLabelList"/>
    <dgm:cxn modelId="{F9892E4D-FD9E-41B3-927B-6D214665D247}" type="presParOf" srcId="{62D2DFA9-62C8-47A2-BCE3-8282B9028D01}" destId="{870FF1C0-717C-4E80-9985-54152807427C}" srcOrd="1" destOrd="0" presId="urn:microsoft.com/office/officeart/2018/5/layout/IconLeafLabelList"/>
    <dgm:cxn modelId="{A496ED23-C587-4345-89E0-BB1F24A0D3A2}" type="presParOf" srcId="{62D2DFA9-62C8-47A2-BCE3-8282B9028D01}" destId="{C582A517-4D00-4D52-AB56-2DB0B92B536F}" srcOrd="2" destOrd="0" presId="urn:microsoft.com/office/officeart/2018/5/layout/IconLeafLabelList"/>
    <dgm:cxn modelId="{9E39EC4B-136F-40A6-BA11-B49C1F613FEB}" type="presParOf" srcId="{62D2DFA9-62C8-47A2-BCE3-8282B9028D01}" destId="{5D782751-BF7D-4C6C-8118-8BC1E95A0CD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6EA541-3BE4-4B65-AD6B-0BC6CB2326C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DFD89A-D13B-4910-AEF9-9127E77CE2E3}">
      <dgm:prSet/>
      <dgm:spPr/>
      <dgm:t>
        <a:bodyPr/>
        <a:lstStyle/>
        <a:p>
          <a:r>
            <a:rPr lang="en-US"/>
            <a:t>Review salary structure for low-income employees</a:t>
          </a:r>
        </a:p>
      </dgm:t>
    </dgm:pt>
    <dgm:pt modelId="{060270A1-5113-4821-9165-D6AC4DE531B7}" type="parTrans" cxnId="{711D631A-0C53-4DA2-90BE-9458F291FCC5}">
      <dgm:prSet/>
      <dgm:spPr/>
      <dgm:t>
        <a:bodyPr/>
        <a:lstStyle/>
        <a:p>
          <a:endParaRPr lang="en-US"/>
        </a:p>
      </dgm:t>
    </dgm:pt>
    <dgm:pt modelId="{B55C027C-7F9B-4562-9EEA-C8CED7188718}" type="sibTrans" cxnId="{711D631A-0C53-4DA2-90BE-9458F291FCC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DD02AD3-DB17-418D-9D3B-912170018947}">
      <dgm:prSet/>
      <dgm:spPr/>
      <dgm:t>
        <a:bodyPr/>
        <a:lstStyle/>
        <a:p>
          <a:r>
            <a:rPr lang="en-US"/>
            <a:t>Improve onboarding and early employee experience</a:t>
          </a:r>
        </a:p>
      </dgm:t>
    </dgm:pt>
    <dgm:pt modelId="{C7317902-07AD-4B85-B559-374DDF6B0429}" type="parTrans" cxnId="{7681C634-13DC-42E7-8FB0-A29109155853}">
      <dgm:prSet/>
      <dgm:spPr/>
      <dgm:t>
        <a:bodyPr/>
        <a:lstStyle/>
        <a:p>
          <a:endParaRPr lang="en-US"/>
        </a:p>
      </dgm:t>
    </dgm:pt>
    <dgm:pt modelId="{1B72249A-A49F-4A21-9CED-310B8757B537}" type="sibTrans" cxnId="{7681C634-13DC-42E7-8FB0-A2910915585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0088113-A65B-4BF3-A6E5-EB6A64A168D9}">
      <dgm:prSet/>
      <dgm:spPr/>
      <dgm:t>
        <a:bodyPr/>
        <a:lstStyle/>
        <a:p>
          <a:r>
            <a:rPr lang="en-US"/>
            <a:t>Focus retention strategies on young employees</a:t>
          </a:r>
        </a:p>
      </dgm:t>
    </dgm:pt>
    <dgm:pt modelId="{0CC8C064-B7C9-415D-9950-97E6E4089D61}" type="parTrans" cxnId="{F0BC56AA-970A-44A2-A2B9-55B3DDA97E20}">
      <dgm:prSet/>
      <dgm:spPr/>
      <dgm:t>
        <a:bodyPr/>
        <a:lstStyle/>
        <a:p>
          <a:endParaRPr lang="en-US"/>
        </a:p>
      </dgm:t>
    </dgm:pt>
    <dgm:pt modelId="{AEA3A536-E29D-4E4A-9F14-9CA181F5BC28}" type="sibTrans" cxnId="{F0BC56AA-970A-44A2-A2B9-55B3DDA97E2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9ECC0BC-969A-49E0-ADCB-6323B38A059E}">
      <dgm:prSet/>
      <dgm:spPr/>
      <dgm:t>
        <a:bodyPr/>
        <a:lstStyle/>
        <a:p>
          <a:r>
            <a:rPr lang="en-US"/>
            <a:t>Investigate high-attrition departments</a:t>
          </a:r>
        </a:p>
      </dgm:t>
    </dgm:pt>
    <dgm:pt modelId="{2A1508EC-E787-4AA8-B42A-94D972360E76}" type="parTrans" cxnId="{18D63A32-A353-405E-ABAE-A3B946FA50D3}">
      <dgm:prSet/>
      <dgm:spPr/>
      <dgm:t>
        <a:bodyPr/>
        <a:lstStyle/>
        <a:p>
          <a:endParaRPr lang="en-US"/>
        </a:p>
      </dgm:t>
    </dgm:pt>
    <dgm:pt modelId="{62FB7FD7-0249-4CB7-8B5C-6EDDBDC40744}" type="sibTrans" cxnId="{18D63A32-A353-405E-ABAE-A3B946FA50D3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F6C21BC-444A-4A17-8939-ADB090FD7590}" type="pres">
      <dgm:prSet presAssocID="{4C6EA541-3BE4-4B65-AD6B-0BC6CB2326CE}" presName="Name0" presStyleCnt="0">
        <dgm:presLayoutVars>
          <dgm:animLvl val="lvl"/>
          <dgm:resizeHandles val="exact"/>
        </dgm:presLayoutVars>
      </dgm:prSet>
      <dgm:spPr/>
    </dgm:pt>
    <dgm:pt modelId="{82D693DA-6439-4513-85C8-EEC2D585C35E}" type="pres">
      <dgm:prSet presAssocID="{83DFD89A-D13B-4910-AEF9-9127E77CE2E3}" presName="compositeNode" presStyleCnt="0">
        <dgm:presLayoutVars>
          <dgm:bulletEnabled val="1"/>
        </dgm:presLayoutVars>
      </dgm:prSet>
      <dgm:spPr/>
    </dgm:pt>
    <dgm:pt modelId="{AB153806-BD93-4E3C-AB40-B00481B71775}" type="pres">
      <dgm:prSet presAssocID="{83DFD89A-D13B-4910-AEF9-9127E77CE2E3}" presName="bgRect" presStyleLbl="bgAccFollowNode1" presStyleIdx="0" presStyleCnt="4"/>
      <dgm:spPr/>
    </dgm:pt>
    <dgm:pt modelId="{64658EF0-091D-4A8C-AF99-2249744F2A64}" type="pres">
      <dgm:prSet presAssocID="{B55C027C-7F9B-4562-9EEA-C8CED7188718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998F3193-0F82-4245-B21F-9E3D766E29C1}" type="pres">
      <dgm:prSet presAssocID="{83DFD89A-D13B-4910-AEF9-9127E77CE2E3}" presName="bottomLine" presStyleLbl="alignNode1" presStyleIdx="1" presStyleCnt="8">
        <dgm:presLayoutVars/>
      </dgm:prSet>
      <dgm:spPr/>
    </dgm:pt>
    <dgm:pt modelId="{DE0B3754-A329-44E4-9261-913629DB17D3}" type="pres">
      <dgm:prSet presAssocID="{83DFD89A-D13B-4910-AEF9-9127E77CE2E3}" presName="nodeText" presStyleLbl="bgAccFollowNode1" presStyleIdx="0" presStyleCnt="4">
        <dgm:presLayoutVars>
          <dgm:bulletEnabled val="1"/>
        </dgm:presLayoutVars>
      </dgm:prSet>
      <dgm:spPr/>
    </dgm:pt>
    <dgm:pt modelId="{F5A58700-99F8-453C-87EE-2F11600CA524}" type="pres">
      <dgm:prSet presAssocID="{B55C027C-7F9B-4562-9EEA-C8CED7188718}" presName="sibTrans" presStyleCnt="0"/>
      <dgm:spPr/>
    </dgm:pt>
    <dgm:pt modelId="{667513F9-FBB9-4617-96DA-B8A557EBBB73}" type="pres">
      <dgm:prSet presAssocID="{3DD02AD3-DB17-418D-9D3B-912170018947}" presName="compositeNode" presStyleCnt="0">
        <dgm:presLayoutVars>
          <dgm:bulletEnabled val="1"/>
        </dgm:presLayoutVars>
      </dgm:prSet>
      <dgm:spPr/>
    </dgm:pt>
    <dgm:pt modelId="{7B736449-0C29-488C-B77C-B5D6E68EA267}" type="pres">
      <dgm:prSet presAssocID="{3DD02AD3-DB17-418D-9D3B-912170018947}" presName="bgRect" presStyleLbl="bgAccFollowNode1" presStyleIdx="1" presStyleCnt="4"/>
      <dgm:spPr/>
    </dgm:pt>
    <dgm:pt modelId="{79745E2C-4B9B-4CBC-8E1B-E142CF56D35A}" type="pres">
      <dgm:prSet presAssocID="{1B72249A-A49F-4A21-9CED-310B8757B537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EBB2646A-D2B4-4496-8D92-0A8EC7F62D30}" type="pres">
      <dgm:prSet presAssocID="{3DD02AD3-DB17-418D-9D3B-912170018947}" presName="bottomLine" presStyleLbl="alignNode1" presStyleIdx="3" presStyleCnt="8">
        <dgm:presLayoutVars/>
      </dgm:prSet>
      <dgm:spPr/>
    </dgm:pt>
    <dgm:pt modelId="{D886253F-50BC-4EC7-8820-60B7693CE20E}" type="pres">
      <dgm:prSet presAssocID="{3DD02AD3-DB17-418D-9D3B-912170018947}" presName="nodeText" presStyleLbl="bgAccFollowNode1" presStyleIdx="1" presStyleCnt="4">
        <dgm:presLayoutVars>
          <dgm:bulletEnabled val="1"/>
        </dgm:presLayoutVars>
      </dgm:prSet>
      <dgm:spPr/>
    </dgm:pt>
    <dgm:pt modelId="{C32DB563-D301-49F3-A207-C5B2AEEA01AA}" type="pres">
      <dgm:prSet presAssocID="{1B72249A-A49F-4A21-9CED-310B8757B537}" presName="sibTrans" presStyleCnt="0"/>
      <dgm:spPr/>
    </dgm:pt>
    <dgm:pt modelId="{2132A6E4-46F0-4D9F-A7AE-5FFCA048B4BD}" type="pres">
      <dgm:prSet presAssocID="{00088113-A65B-4BF3-A6E5-EB6A64A168D9}" presName="compositeNode" presStyleCnt="0">
        <dgm:presLayoutVars>
          <dgm:bulletEnabled val="1"/>
        </dgm:presLayoutVars>
      </dgm:prSet>
      <dgm:spPr/>
    </dgm:pt>
    <dgm:pt modelId="{04AEE91D-DD39-4126-AD46-B591A51D5C0B}" type="pres">
      <dgm:prSet presAssocID="{00088113-A65B-4BF3-A6E5-EB6A64A168D9}" presName="bgRect" presStyleLbl="bgAccFollowNode1" presStyleIdx="2" presStyleCnt="4"/>
      <dgm:spPr/>
    </dgm:pt>
    <dgm:pt modelId="{A9DAF0C8-0305-4170-B758-E90B9799345A}" type="pres">
      <dgm:prSet presAssocID="{AEA3A536-E29D-4E4A-9F14-9CA181F5BC2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1C3AD6E1-33CA-42EB-B7F9-E3E8E4F71466}" type="pres">
      <dgm:prSet presAssocID="{00088113-A65B-4BF3-A6E5-EB6A64A168D9}" presName="bottomLine" presStyleLbl="alignNode1" presStyleIdx="5" presStyleCnt="8">
        <dgm:presLayoutVars/>
      </dgm:prSet>
      <dgm:spPr/>
    </dgm:pt>
    <dgm:pt modelId="{D9D89926-DAF4-44F9-B20E-3BE2FA62CA7A}" type="pres">
      <dgm:prSet presAssocID="{00088113-A65B-4BF3-A6E5-EB6A64A168D9}" presName="nodeText" presStyleLbl="bgAccFollowNode1" presStyleIdx="2" presStyleCnt="4">
        <dgm:presLayoutVars>
          <dgm:bulletEnabled val="1"/>
        </dgm:presLayoutVars>
      </dgm:prSet>
      <dgm:spPr/>
    </dgm:pt>
    <dgm:pt modelId="{D0B3CD86-59B9-4301-9467-E301339B9D42}" type="pres">
      <dgm:prSet presAssocID="{AEA3A536-E29D-4E4A-9F14-9CA181F5BC28}" presName="sibTrans" presStyleCnt="0"/>
      <dgm:spPr/>
    </dgm:pt>
    <dgm:pt modelId="{BF7E08D1-80E3-48C7-A8A8-E30F58443A0B}" type="pres">
      <dgm:prSet presAssocID="{59ECC0BC-969A-49E0-ADCB-6323B38A059E}" presName="compositeNode" presStyleCnt="0">
        <dgm:presLayoutVars>
          <dgm:bulletEnabled val="1"/>
        </dgm:presLayoutVars>
      </dgm:prSet>
      <dgm:spPr/>
    </dgm:pt>
    <dgm:pt modelId="{C02CED21-8A4B-4127-BC8E-B14B8F7CF1A9}" type="pres">
      <dgm:prSet presAssocID="{59ECC0BC-969A-49E0-ADCB-6323B38A059E}" presName="bgRect" presStyleLbl="bgAccFollowNode1" presStyleIdx="3" presStyleCnt="4"/>
      <dgm:spPr/>
    </dgm:pt>
    <dgm:pt modelId="{818855E7-494F-49B0-B413-BB639247718D}" type="pres">
      <dgm:prSet presAssocID="{62FB7FD7-0249-4CB7-8B5C-6EDDBDC4074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9BC79998-2A75-42DC-A7AC-28CE90F58E48}" type="pres">
      <dgm:prSet presAssocID="{59ECC0BC-969A-49E0-ADCB-6323B38A059E}" presName="bottomLine" presStyleLbl="alignNode1" presStyleIdx="7" presStyleCnt="8">
        <dgm:presLayoutVars/>
      </dgm:prSet>
      <dgm:spPr/>
    </dgm:pt>
    <dgm:pt modelId="{B6FA622A-515F-4B77-A43F-5D60F6B99733}" type="pres">
      <dgm:prSet presAssocID="{59ECC0BC-969A-49E0-ADCB-6323B38A059E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43A37202-EA7D-4E66-9648-9C0869A80199}" type="presOf" srcId="{00088113-A65B-4BF3-A6E5-EB6A64A168D9}" destId="{D9D89926-DAF4-44F9-B20E-3BE2FA62CA7A}" srcOrd="1" destOrd="0" presId="urn:microsoft.com/office/officeart/2016/7/layout/BasicLinearProcessNumbered"/>
    <dgm:cxn modelId="{217B190F-CEEB-48B9-9C41-BB04D643496F}" type="presOf" srcId="{AEA3A536-E29D-4E4A-9F14-9CA181F5BC28}" destId="{A9DAF0C8-0305-4170-B758-E90B9799345A}" srcOrd="0" destOrd="0" presId="urn:microsoft.com/office/officeart/2016/7/layout/BasicLinearProcessNumbered"/>
    <dgm:cxn modelId="{50406611-DEBF-49E3-9632-B6DD0D847ED6}" type="presOf" srcId="{83DFD89A-D13B-4910-AEF9-9127E77CE2E3}" destId="{AB153806-BD93-4E3C-AB40-B00481B71775}" srcOrd="0" destOrd="0" presId="urn:microsoft.com/office/officeart/2016/7/layout/BasicLinearProcessNumbered"/>
    <dgm:cxn modelId="{711D631A-0C53-4DA2-90BE-9458F291FCC5}" srcId="{4C6EA541-3BE4-4B65-AD6B-0BC6CB2326CE}" destId="{83DFD89A-D13B-4910-AEF9-9127E77CE2E3}" srcOrd="0" destOrd="0" parTransId="{060270A1-5113-4821-9165-D6AC4DE531B7}" sibTransId="{B55C027C-7F9B-4562-9EEA-C8CED7188718}"/>
    <dgm:cxn modelId="{933D4227-AD65-464A-A507-A4305D10039C}" type="presOf" srcId="{1B72249A-A49F-4A21-9CED-310B8757B537}" destId="{79745E2C-4B9B-4CBC-8E1B-E142CF56D35A}" srcOrd="0" destOrd="0" presId="urn:microsoft.com/office/officeart/2016/7/layout/BasicLinearProcessNumbered"/>
    <dgm:cxn modelId="{8EADBC31-4145-44F7-B5AA-5DEB799B4E65}" type="presOf" srcId="{B55C027C-7F9B-4562-9EEA-C8CED7188718}" destId="{64658EF0-091D-4A8C-AF99-2249744F2A64}" srcOrd="0" destOrd="0" presId="urn:microsoft.com/office/officeart/2016/7/layout/BasicLinearProcessNumbered"/>
    <dgm:cxn modelId="{18D63A32-A353-405E-ABAE-A3B946FA50D3}" srcId="{4C6EA541-3BE4-4B65-AD6B-0BC6CB2326CE}" destId="{59ECC0BC-969A-49E0-ADCB-6323B38A059E}" srcOrd="3" destOrd="0" parTransId="{2A1508EC-E787-4AA8-B42A-94D972360E76}" sibTransId="{62FB7FD7-0249-4CB7-8B5C-6EDDBDC40744}"/>
    <dgm:cxn modelId="{7681C634-13DC-42E7-8FB0-A29109155853}" srcId="{4C6EA541-3BE4-4B65-AD6B-0BC6CB2326CE}" destId="{3DD02AD3-DB17-418D-9D3B-912170018947}" srcOrd="1" destOrd="0" parTransId="{C7317902-07AD-4B85-B559-374DDF6B0429}" sibTransId="{1B72249A-A49F-4A21-9CED-310B8757B537}"/>
    <dgm:cxn modelId="{37AE6538-8136-4B8D-9036-25D6D1574C48}" type="presOf" srcId="{83DFD89A-D13B-4910-AEF9-9127E77CE2E3}" destId="{DE0B3754-A329-44E4-9261-913629DB17D3}" srcOrd="1" destOrd="0" presId="urn:microsoft.com/office/officeart/2016/7/layout/BasicLinearProcessNumbered"/>
    <dgm:cxn modelId="{80159E70-4F1B-4905-A989-5F4944F5C8F7}" type="presOf" srcId="{00088113-A65B-4BF3-A6E5-EB6A64A168D9}" destId="{04AEE91D-DD39-4126-AD46-B591A51D5C0B}" srcOrd="0" destOrd="0" presId="urn:microsoft.com/office/officeart/2016/7/layout/BasicLinearProcessNumbered"/>
    <dgm:cxn modelId="{637BD056-4B34-499B-BBFD-E0A8EDFB97B2}" type="presOf" srcId="{3DD02AD3-DB17-418D-9D3B-912170018947}" destId="{7B736449-0C29-488C-B77C-B5D6E68EA267}" srcOrd="0" destOrd="0" presId="urn:microsoft.com/office/officeart/2016/7/layout/BasicLinearProcessNumbered"/>
    <dgm:cxn modelId="{E2A3A07F-BD0A-4488-BFFF-3B9CB9CAEA78}" type="presOf" srcId="{59ECC0BC-969A-49E0-ADCB-6323B38A059E}" destId="{C02CED21-8A4B-4127-BC8E-B14B8F7CF1A9}" srcOrd="0" destOrd="0" presId="urn:microsoft.com/office/officeart/2016/7/layout/BasicLinearProcessNumbered"/>
    <dgm:cxn modelId="{F0BC56AA-970A-44A2-A2B9-55B3DDA97E20}" srcId="{4C6EA541-3BE4-4B65-AD6B-0BC6CB2326CE}" destId="{00088113-A65B-4BF3-A6E5-EB6A64A168D9}" srcOrd="2" destOrd="0" parTransId="{0CC8C064-B7C9-415D-9950-97E6E4089D61}" sibTransId="{AEA3A536-E29D-4E4A-9F14-9CA181F5BC28}"/>
    <dgm:cxn modelId="{1EC64CB5-9236-477B-89D9-E0A648F4031C}" type="presOf" srcId="{59ECC0BC-969A-49E0-ADCB-6323B38A059E}" destId="{B6FA622A-515F-4B77-A43F-5D60F6B99733}" srcOrd="1" destOrd="0" presId="urn:microsoft.com/office/officeart/2016/7/layout/BasicLinearProcessNumbered"/>
    <dgm:cxn modelId="{7100D7C0-6789-417C-A977-F8A616FDD25D}" type="presOf" srcId="{3DD02AD3-DB17-418D-9D3B-912170018947}" destId="{D886253F-50BC-4EC7-8820-60B7693CE20E}" srcOrd="1" destOrd="0" presId="urn:microsoft.com/office/officeart/2016/7/layout/BasicLinearProcessNumbered"/>
    <dgm:cxn modelId="{B56DDAC8-6F75-490C-9239-D71BCEBA48B0}" type="presOf" srcId="{62FB7FD7-0249-4CB7-8B5C-6EDDBDC40744}" destId="{818855E7-494F-49B0-B413-BB639247718D}" srcOrd="0" destOrd="0" presId="urn:microsoft.com/office/officeart/2016/7/layout/BasicLinearProcessNumbered"/>
    <dgm:cxn modelId="{6EDA1FDF-6EA6-458B-8324-FBCA8A4163A9}" type="presOf" srcId="{4C6EA541-3BE4-4B65-AD6B-0BC6CB2326CE}" destId="{AF6C21BC-444A-4A17-8939-ADB090FD7590}" srcOrd="0" destOrd="0" presId="urn:microsoft.com/office/officeart/2016/7/layout/BasicLinearProcessNumbered"/>
    <dgm:cxn modelId="{6F3D7D7F-DA49-4F75-AD41-99D16C031B80}" type="presParOf" srcId="{AF6C21BC-444A-4A17-8939-ADB090FD7590}" destId="{82D693DA-6439-4513-85C8-EEC2D585C35E}" srcOrd="0" destOrd="0" presId="urn:microsoft.com/office/officeart/2016/7/layout/BasicLinearProcessNumbered"/>
    <dgm:cxn modelId="{357E1D3F-2847-418B-89EE-3AA10318FAE4}" type="presParOf" srcId="{82D693DA-6439-4513-85C8-EEC2D585C35E}" destId="{AB153806-BD93-4E3C-AB40-B00481B71775}" srcOrd="0" destOrd="0" presId="urn:microsoft.com/office/officeart/2016/7/layout/BasicLinearProcessNumbered"/>
    <dgm:cxn modelId="{1F17C8D2-A9B1-40CB-8782-C47FF4DD44D6}" type="presParOf" srcId="{82D693DA-6439-4513-85C8-EEC2D585C35E}" destId="{64658EF0-091D-4A8C-AF99-2249744F2A64}" srcOrd="1" destOrd="0" presId="urn:microsoft.com/office/officeart/2016/7/layout/BasicLinearProcessNumbered"/>
    <dgm:cxn modelId="{C3D24177-3CCB-41F6-8450-0AE0AF0E0F56}" type="presParOf" srcId="{82D693DA-6439-4513-85C8-EEC2D585C35E}" destId="{998F3193-0F82-4245-B21F-9E3D766E29C1}" srcOrd="2" destOrd="0" presId="urn:microsoft.com/office/officeart/2016/7/layout/BasicLinearProcessNumbered"/>
    <dgm:cxn modelId="{DDEAE972-583E-4B80-996A-960CDBFD1359}" type="presParOf" srcId="{82D693DA-6439-4513-85C8-EEC2D585C35E}" destId="{DE0B3754-A329-44E4-9261-913629DB17D3}" srcOrd="3" destOrd="0" presId="urn:microsoft.com/office/officeart/2016/7/layout/BasicLinearProcessNumbered"/>
    <dgm:cxn modelId="{7E30D9B2-52A5-40DE-A0E1-65777452A560}" type="presParOf" srcId="{AF6C21BC-444A-4A17-8939-ADB090FD7590}" destId="{F5A58700-99F8-453C-87EE-2F11600CA524}" srcOrd="1" destOrd="0" presId="urn:microsoft.com/office/officeart/2016/7/layout/BasicLinearProcessNumbered"/>
    <dgm:cxn modelId="{08788595-8A96-4497-8866-C924AA905A2D}" type="presParOf" srcId="{AF6C21BC-444A-4A17-8939-ADB090FD7590}" destId="{667513F9-FBB9-4617-96DA-B8A557EBBB73}" srcOrd="2" destOrd="0" presId="urn:microsoft.com/office/officeart/2016/7/layout/BasicLinearProcessNumbered"/>
    <dgm:cxn modelId="{3E7C4D3D-6C26-4004-8892-633527B78286}" type="presParOf" srcId="{667513F9-FBB9-4617-96DA-B8A557EBBB73}" destId="{7B736449-0C29-488C-B77C-B5D6E68EA267}" srcOrd="0" destOrd="0" presId="urn:microsoft.com/office/officeart/2016/7/layout/BasicLinearProcessNumbered"/>
    <dgm:cxn modelId="{C51A87DE-D24C-4298-BA56-7A9CDFDEA1B3}" type="presParOf" srcId="{667513F9-FBB9-4617-96DA-B8A557EBBB73}" destId="{79745E2C-4B9B-4CBC-8E1B-E142CF56D35A}" srcOrd="1" destOrd="0" presId="urn:microsoft.com/office/officeart/2016/7/layout/BasicLinearProcessNumbered"/>
    <dgm:cxn modelId="{65CBE47E-AB6D-4A05-A944-31994583B29C}" type="presParOf" srcId="{667513F9-FBB9-4617-96DA-B8A557EBBB73}" destId="{EBB2646A-D2B4-4496-8D92-0A8EC7F62D30}" srcOrd="2" destOrd="0" presId="urn:microsoft.com/office/officeart/2016/7/layout/BasicLinearProcessNumbered"/>
    <dgm:cxn modelId="{AE989023-654E-4F33-9E0B-B33834D25F0A}" type="presParOf" srcId="{667513F9-FBB9-4617-96DA-B8A557EBBB73}" destId="{D886253F-50BC-4EC7-8820-60B7693CE20E}" srcOrd="3" destOrd="0" presId="urn:microsoft.com/office/officeart/2016/7/layout/BasicLinearProcessNumbered"/>
    <dgm:cxn modelId="{B240FC9D-8DE2-40A5-AF77-2C7556CAA50D}" type="presParOf" srcId="{AF6C21BC-444A-4A17-8939-ADB090FD7590}" destId="{C32DB563-D301-49F3-A207-C5B2AEEA01AA}" srcOrd="3" destOrd="0" presId="urn:microsoft.com/office/officeart/2016/7/layout/BasicLinearProcessNumbered"/>
    <dgm:cxn modelId="{E147D03F-B6E0-4DDA-835C-530442F4C113}" type="presParOf" srcId="{AF6C21BC-444A-4A17-8939-ADB090FD7590}" destId="{2132A6E4-46F0-4D9F-A7AE-5FFCA048B4BD}" srcOrd="4" destOrd="0" presId="urn:microsoft.com/office/officeart/2016/7/layout/BasicLinearProcessNumbered"/>
    <dgm:cxn modelId="{62D8BC0E-32AC-444F-9D7A-C370E051C029}" type="presParOf" srcId="{2132A6E4-46F0-4D9F-A7AE-5FFCA048B4BD}" destId="{04AEE91D-DD39-4126-AD46-B591A51D5C0B}" srcOrd="0" destOrd="0" presId="urn:microsoft.com/office/officeart/2016/7/layout/BasicLinearProcessNumbered"/>
    <dgm:cxn modelId="{088C4755-7978-4332-9C25-61A2B42ADDD7}" type="presParOf" srcId="{2132A6E4-46F0-4D9F-A7AE-5FFCA048B4BD}" destId="{A9DAF0C8-0305-4170-B758-E90B9799345A}" srcOrd="1" destOrd="0" presId="urn:microsoft.com/office/officeart/2016/7/layout/BasicLinearProcessNumbered"/>
    <dgm:cxn modelId="{95AA28C4-903B-4E3E-B8A2-4F0B98D96819}" type="presParOf" srcId="{2132A6E4-46F0-4D9F-A7AE-5FFCA048B4BD}" destId="{1C3AD6E1-33CA-42EB-B7F9-E3E8E4F71466}" srcOrd="2" destOrd="0" presId="urn:microsoft.com/office/officeart/2016/7/layout/BasicLinearProcessNumbered"/>
    <dgm:cxn modelId="{C50582CB-B400-45A0-9BEE-AAC4FDDDB260}" type="presParOf" srcId="{2132A6E4-46F0-4D9F-A7AE-5FFCA048B4BD}" destId="{D9D89926-DAF4-44F9-B20E-3BE2FA62CA7A}" srcOrd="3" destOrd="0" presId="urn:microsoft.com/office/officeart/2016/7/layout/BasicLinearProcessNumbered"/>
    <dgm:cxn modelId="{08F60D75-1487-46D5-9457-26C9A6861FB6}" type="presParOf" srcId="{AF6C21BC-444A-4A17-8939-ADB090FD7590}" destId="{D0B3CD86-59B9-4301-9467-E301339B9D42}" srcOrd="5" destOrd="0" presId="urn:microsoft.com/office/officeart/2016/7/layout/BasicLinearProcessNumbered"/>
    <dgm:cxn modelId="{8751E85E-6114-421B-894E-E10F13190457}" type="presParOf" srcId="{AF6C21BC-444A-4A17-8939-ADB090FD7590}" destId="{BF7E08D1-80E3-48C7-A8A8-E30F58443A0B}" srcOrd="6" destOrd="0" presId="urn:microsoft.com/office/officeart/2016/7/layout/BasicLinearProcessNumbered"/>
    <dgm:cxn modelId="{BAADAD8F-4420-47E9-9FB7-18FAE9FA8623}" type="presParOf" srcId="{BF7E08D1-80E3-48C7-A8A8-E30F58443A0B}" destId="{C02CED21-8A4B-4127-BC8E-B14B8F7CF1A9}" srcOrd="0" destOrd="0" presId="urn:microsoft.com/office/officeart/2016/7/layout/BasicLinearProcessNumbered"/>
    <dgm:cxn modelId="{A143B3D0-6E4C-4E23-98ED-476EC9492822}" type="presParOf" srcId="{BF7E08D1-80E3-48C7-A8A8-E30F58443A0B}" destId="{818855E7-494F-49B0-B413-BB639247718D}" srcOrd="1" destOrd="0" presId="urn:microsoft.com/office/officeart/2016/7/layout/BasicLinearProcessNumbered"/>
    <dgm:cxn modelId="{2F948170-7385-49AA-B4FC-260E698713A8}" type="presParOf" srcId="{BF7E08D1-80E3-48C7-A8A8-E30F58443A0B}" destId="{9BC79998-2A75-42DC-A7AC-28CE90F58E48}" srcOrd="2" destOrd="0" presId="urn:microsoft.com/office/officeart/2016/7/layout/BasicLinearProcessNumbered"/>
    <dgm:cxn modelId="{F73A66E9-2202-426C-8C99-5DA26961711A}" type="presParOf" srcId="{BF7E08D1-80E3-48C7-A8A8-E30F58443A0B}" destId="{B6FA622A-515F-4B77-A43F-5D60F6B9973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A0BCE-17AC-42C8-92B2-3503AF933315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D2021-89D5-411B-A19D-5386995D3A62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ADA31-1607-44D9-B918-A8B1ACDDB389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Project: Employee Attrition Analysis</a:t>
          </a:r>
        </a:p>
      </dsp:txBody>
      <dsp:txXfrm>
        <a:off x="1730984" y="640"/>
        <a:ext cx="3062471" cy="1498687"/>
      </dsp:txXfrm>
    </dsp:sp>
    <dsp:sp modelId="{3778541A-7442-4E2B-8E6E-9C3F6D0DB98D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77668-2404-4340-A6B3-6A8F418BFEFE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A9B5D-DFCB-4540-B48E-E53A017B7C99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Tools: SQL &amp; Power BI</a:t>
          </a:r>
        </a:p>
      </dsp:txBody>
      <dsp:txXfrm>
        <a:off x="1730984" y="1873999"/>
        <a:ext cx="3062471" cy="1498687"/>
      </dsp:txXfrm>
    </dsp:sp>
    <dsp:sp modelId="{83919F43-0295-4E07-A432-72B85B59399E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FB5E13-9011-4F52-92CC-A6C58F68AFA5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02153-A160-4DAB-A5D5-894FE2F3F3A6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Goal: Identify key drivers of employee turnover</a:t>
          </a:r>
        </a:p>
      </dsp:txBody>
      <dsp:txXfrm>
        <a:off x="1730984" y="3747359"/>
        <a:ext cx="3062471" cy="1498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91426-BC1F-4279-B8B1-83D8D0CC6887}">
      <dsp:nvSpPr>
        <dsp:cNvPr id="0" name=""/>
        <dsp:cNvSpPr/>
      </dsp:nvSpPr>
      <dsp:spPr>
        <a:xfrm>
          <a:off x="446018" y="4963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ED69A6-5EF2-4FF2-86C1-3F282F05572E}">
      <dsp:nvSpPr>
        <dsp:cNvPr id="0" name=""/>
        <dsp:cNvSpPr/>
      </dsp:nvSpPr>
      <dsp:spPr>
        <a:xfrm>
          <a:off x="723893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B053E6-6CF1-4FC7-9151-F0824190C202}">
      <dsp:nvSpPr>
        <dsp:cNvPr id="0" name=""/>
        <dsp:cNvSpPr/>
      </dsp:nvSpPr>
      <dsp:spPr>
        <a:xfrm>
          <a:off x="29205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The organization shows a noticeable attrition rate</a:t>
          </a:r>
        </a:p>
      </dsp:txBody>
      <dsp:txXfrm>
        <a:off x="29205" y="2206341"/>
        <a:ext cx="2137500" cy="720000"/>
      </dsp:txXfrm>
    </dsp:sp>
    <dsp:sp modelId="{DEFA3399-2789-4B7D-AC68-9E189B343C9C}">
      <dsp:nvSpPr>
        <dsp:cNvPr id="0" name=""/>
        <dsp:cNvSpPr/>
      </dsp:nvSpPr>
      <dsp:spPr>
        <a:xfrm>
          <a:off x="2957581" y="496341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0FDEF-5D43-4393-A425-DAE759987C34}">
      <dsp:nvSpPr>
        <dsp:cNvPr id="0" name=""/>
        <dsp:cNvSpPr/>
      </dsp:nvSpPr>
      <dsp:spPr>
        <a:xfrm>
          <a:off x="3235456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D7E92-33BD-4D2F-8B87-088D448512CA}">
      <dsp:nvSpPr>
        <dsp:cNvPr id="0" name=""/>
        <dsp:cNvSpPr/>
      </dsp:nvSpPr>
      <dsp:spPr>
        <a:xfrm>
          <a:off x="2540768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Employee turnover is significant enough to require HR action</a:t>
          </a:r>
        </a:p>
      </dsp:txBody>
      <dsp:txXfrm>
        <a:off x="2540768" y="2206341"/>
        <a:ext cx="2137500" cy="720000"/>
      </dsp:txXfrm>
    </dsp:sp>
    <dsp:sp modelId="{3173A56D-2FF2-46B9-B6F5-1AD9565D1208}">
      <dsp:nvSpPr>
        <dsp:cNvPr id="0" name=""/>
        <dsp:cNvSpPr/>
      </dsp:nvSpPr>
      <dsp:spPr>
        <a:xfrm>
          <a:off x="5469143" y="496341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895E4-8CB0-44D0-9BCD-6C70A56416BC}">
      <dsp:nvSpPr>
        <dsp:cNvPr id="0" name=""/>
        <dsp:cNvSpPr/>
      </dsp:nvSpPr>
      <dsp:spPr>
        <a:xfrm>
          <a:off x="5747018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3EDD6-D7EF-47A2-9E5B-1C69F2542F01}">
      <dsp:nvSpPr>
        <dsp:cNvPr id="0" name=""/>
        <dsp:cNvSpPr/>
      </dsp:nvSpPr>
      <dsp:spPr>
        <a:xfrm>
          <a:off x="5052331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Retention strategies are necessary to reduce workforce loss</a:t>
          </a:r>
        </a:p>
      </dsp:txBody>
      <dsp:txXfrm>
        <a:off x="5052331" y="2206341"/>
        <a:ext cx="213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27527-99B5-4819-9243-10F50551BFBE}">
      <dsp:nvSpPr>
        <dsp:cNvPr id="0" name=""/>
        <dsp:cNvSpPr/>
      </dsp:nvSpPr>
      <dsp:spPr>
        <a:xfrm>
          <a:off x="313228" y="586628"/>
          <a:ext cx="972544" cy="9725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75023-D8DC-4A51-8FB1-00CCE91E871C}">
      <dsp:nvSpPr>
        <dsp:cNvPr id="0" name=""/>
        <dsp:cNvSpPr/>
      </dsp:nvSpPr>
      <dsp:spPr>
        <a:xfrm>
          <a:off x="520492" y="793892"/>
          <a:ext cx="558017" cy="5580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AD8CF-42DE-4344-9AAA-0AAD0C29D573}">
      <dsp:nvSpPr>
        <dsp:cNvPr id="0" name=""/>
        <dsp:cNvSpPr/>
      </dsp:nvSpPr>
      <dsp:spPr>
        <a:xfrm>
          <a:off x="2333" y="186209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Low salary</a:t>
          </a:r>
        </a:p>
      </dsp:txBody>
      <dsp:txXfrm>
        <a:off x="2333" y="1862097"/>
        <a:ext cx="1594335" cy="637734"/>
      </dsp:txXfrm>
    </dsp:sp>
    <dsp:sp modelId="{66D94521-554F-4588-8278-63B65D3CBF62}">
      <dsp:nvSpPr>
        <dsp:cNvPr id="0" name=""/>
        <dsp:cNvSpPr/>
      </dsp:nvSpPr>
      <dsp:spPr>
        <a:xfrm>
          <a:off x="2186573" y="586628"/>
          <a:ext cx="972544" cy="9725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812808"/>
            <a:satOff val="-6481"/>
            <a:lumOff val="-4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BC3A7-EDBD-43C2-9C73-03A317BDCD2B}">
      <dsp:nvSpPr>
        <dsp:cNvPr id="0" name=""/>
        <dsp:cNvSpPr/>
      </dsp:nvSpPr>
      <dsp:spPr>
        <a:xfrm>
          <a:off x="2393837" y="793892"/>
          <a:ext cx="558017" cy="5580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5F39D-8A74-465E-ADD6-D4EBF362C9B5}">
      <dsp:nvSpPr>
        <dsp:cNvPr id="0" name=""/>
        <dsp:cNvSpPr/>
      </dsp:nvSpPr>
      <dsp:spPr>
        <a:xfrm>
          <a:off x="1875678" y="186209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Younger age group</a:t>
          </a:r>
        </a:p>
      </dsp:txBody>
      <dsp:txXfrm>
        <a:off x="1875678" y="1862097"/>
        <a:ext cx="1594335" cy="637734"/>
      </dsp:txXfrm>
    </dsp:sp>
    <dsp:sp modelId="{7CDC9CD9-AE3F-4A6B-BEF4-4D4645202310}">
      <dsp:nvSpPr>
        <dsp:cNvPr id="0" name=""/>
        <dsp:cNvSpPr/>
      </dsp:nvSpPr>
      <dsp:spPr>
        <a:xfrm>
          <a:off x="4059918" y="586628"/>
          <a:ext cx="972544" cy="9725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1625617"/>
            <a:satOff val="-12962"/>
            <a:lumOff val="-98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D232C-CA08-4976-BDDD-8CB7A8359B94}">
      <dsp:nvSpPr>
        <dsp:cNvPr id="0" name=""/>
        <dsp:cNvSpPr/>
      </dsp:nvSpPr>
      <dsp:spPr>
        <a:xfrm>
          <a:off x="4267182" y="793892"/>
          <a:ext cx="558017" cy="5580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D9A352-509D-4F98-97B4-0B78CBA60DFA}">
      <dsp:nvSpPr>
        <dsp:cNvPr id="0" name=""/>
        <dsp:cNvSpPr/>
      </dsp:nvSpPr>
      <dsp:spPr>
        <a:xfrm>
          <a:off x="3749022" y="186209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Specific high-risk departments</a:t>
          </a:r>
        </a:p>
      </dsp:txBody>
      <dsp:txXfrm>
        <a:off x="3749022" y="1862097"/>
        <a:ext cx="1594335" cy="637734"/>
      </dsp:txXfrm>
    </dsp:sp>
    <dsp:sp modelId="{7EBDFC68-253B-421D-A5DA-BCA057FE0E0C}">
      <dsp:nvSpPr>
        <dsp:cNvPr id="0" name=""/>
        <dsp:cNvSpPr/>
      </dsp:nvSpPr>
      <dsp:spPr>
        <a:xfrm>
          <a:off x="5933263" y="586628"/>
          <a:ext cx="972544" cy="9725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FF1C0-717C-4E80-9985-54152807427C}">
      <dsp:nvSpPr>
        <dsp:cNvPr id="0" name=""/>
        <dsp:cNvSpPr/>
      </dsp:nvSpPr>
      <dsp:spPr>
        <a:xfrm>
          <a:off x="6140526" y="793892"/>
          <a:ext cx="558017" cy="5580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82751-BF7D-4C6C-8118-8BC1E95A0CD5}">
      <dsp:nvSpPr>
        <dsp:cNvPr id="0" name=""/>
        <dsp:cNvSpPr/>
      </dsp:nvSpPr>
      <dsp:spPr>
        <a:xfrm>
          <a:off x="5622367" y="186209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Short tenure (early-stage employees)</a:t>
          </a:r>
        </a:p>
      </dsp:txBody>
      <dsp:txXfrm>
        <a:off x="5622367" y="1862097"/>
        <a:ext cx="1594335" cy="637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153806-BD93-4E3C-AB40-B00481B71775}">
      <dsp:nvSpPr>
        <dsp:cNvPr id="0" name=""/>
        <dsp:cNvSpPr/>
      </dsp:nvSpPr>
      <dsp:spPr>
        <a:xfrm>
          <a:off x="2114" y="368727"/>
          <a:ext cx="1677862" cy="23490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13" tIns="330200" rIns="130813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Review salary structure for low-income employees</a:t>
          </a:r>
        </a:p>
      </dsp:txBody>
      <dsp:txXfrm>
        <a:off x="2114" y="1261349"/>
        <a:ext cx="1677862" cy="1409404"/>
      </dsp:txXfrm>
    </dsp:sp>
    <dsp:sp modelId="{64658EF0-091D-4A8C-AF99-2249744F2A64}">
      <dsp:nvSpPr>
        <dsp:cNvPr id="0" name=""/>
        <dsp:cNvSpPr/>
      </dsp:nvSpPr>
      <dsp:spPr>
        <a:xfrm>
          <a:off x="488694" y="603627"/>
          <a:ext cx="704702" cy="70470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941" tIns="12700" rIns="54941" bIns="1270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1</a:t>
          </a:r>
        </a:p>
      </dsp:txBody>
      <dsp:txXfrm>
        <a:off x="591895" y="706828"/>
        <a:ext cx="498300" cy="498300"/>
      </dsp:txXfrm>
    </dsp:sp>
    <dsp:sp modelId="{998F3193-0F82-4245-B21F-9E3D766E29C1}">
      <dsp:nvSpPr>
        <dsp:cNvPr id="0" name=""/>
        <dsp:cNvSpPr/>
      </dsp:nvSpPr>
      <dsp:spPr>
        <a:xfrm>
          <a:off x="2114" y="2717661"/>
          <a:ext cx="1677862" cy="72"/>
        </a:xfrm>
        <a:prstGeom prst="rect">
          <a:avLst/>
        </a:prstGeom>
        <a:solidFill>
          <a:schemeClr val="accent2">
            <a:hueOff val="-2823674"/>
            <a:satOff val="129"/>
            <a:lumOff val="0"/>
            <a:alphaOff val="0"/>
          </a:schemeClr>
        </a:solidFill>
        <a:ln w="19050" cap="rnd" cmpd="sng" algn="ctr">
          <a:solidFill>
            <a:schemeClr val="accent2">
              <a:hueOff val="-2823674"/>
              <a:satOff val="129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36449-0C29-488C-B77C-B5D6E68EA267}">
      <dsp:nvSpPr>
        <dsp:cNvPr id="0" name=""/>
        <dsp:cNvSpPr/>
      </dsp:nvSpPr>
      <dsp:spPr>
        <a:xfrm>
          <a:off x="1847763" y="368727"/>
          <a:ext cx="1677862" cy="2349006"/>
        </a:xfrm>
        <a:prstGeom prst="rect">
          <a:avLst/>
        </a:prstGeom>
        <a:solidFill>
          <a:schemeClr val="accent2">
            <a:tint val="40000"/>
            <a:alpha val="90000"/>
            <a:hueOff val="-6868062"/>
            <a:satOff val="354"/>
            <a:lumOff val="1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6868062"/>
              <a:satOff val="354"/>
              <a:lumOff val="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13" tIns="330200" rIns="130813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Improve onboarding and early employee experience</a:t>
          </a:r>
        </a:p>
      </dsp:txBody>
      <dsp:txXfrm>
        <a:off x="1847763" y="1261349"/>
        <a:ext cx="1677862" cy="1409404"/>
      </dsp:txXfrm>
    </dsp:sp>
    <dsp:sp modelId="{79745E2C-4B9B-4CBC-8E1B-E142CF56D35A}">
      <dsp:nvSpPr>
        <dsp:cNvPr id="0" name=""/>
        <dsp:cNvSpPr/>
      </dsp:nvSpPr>
      <dsp:spPr>
        <a:xfrm>
          <a:off x="2334343" y="603627"/>
          <a:ext cx="704702" cy="704702"/>
        </a:xfrm>
        <a:prstGeom prst="ellipse">
          <a:avLst/>
        </a:prstGeom>
        <a:solidFill>
          <a:schemeClr val="accent2">
            <a:hueOff val="-5647349"/>
            <a:satOff val="257"/>
            <a:lumOff val="0"/>
            <a:alphaOff val="0"/>
          </a:schemeClr>
        </a:solidFill>
        <a:ln w="19050" cap="rnd" cmpd="sng" algn="ctr">
          <a:solidFill>
            <a:schemeClr val="accent2">
              <a:hueOff val="-5647349"/>
              <a:satOff val="257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941" tIns="12700" rIns="54941" bIns="1270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2</a:t>
          </a:r>
        </a:p>
      </dsp:txBody>
      <dsp:txXfrm>
        <a:off x="2437544" y="706828"/>
        <a:ext cx="498300" cy="498300"/>
      </dsp:txXfrm>
    </dsp:sp>
    <dsp:sp modelId="{EBB2646A-D2B4-4496-8D92-0A8EC7F62D30}">
      <dsp:nvSpPr>
        <dsp:cNvPr id="0" name=""/>
        <dsp:cNvSpPr/>
      </dsp:nvSpPr>
      <dsp:spPr>
        <a:xfrm>
          <a:off x="1847763" y="2717661"/>
          <a:ext cx="1677862" cy="72"/>
        </a:xfrm>
        <a:prstGeom prst="rect">
          <a:avLst/>
        </a:prstGeom>
        <a:solidFill>
          <a:schemeClr val="accent2">
            <a:hueOff val="-8471023"/>
            <a:satOff val="386"/>
            <a:lumOff val="0"/>
            <a:alphaOff val="0"/>
          </a:schemeClr>
        </a:solidFill>
        <a:ln w="19050" cap="rnd" cmpd="sng" algn="ctr">
          <a:solidFill>
            <a:schemeClr val="accent2">
              <a:hueOff val="-8471023"/>
              <a:satOff val="38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EE91D-DD39-4126-AD46-B591A51D5C0B}">
      <dsp:nvSpPr>
        <dsp:cNvPr id="0" name=""/>
        <dsp:cNvSpPr/>
      </dsp:nvSpPr>
      <dsp:spPr>
        <a:xfrm>
          <a:off x="3693411" y="368727"/>
          <a:ext cx="1677862" cy="2349006"/>
        </a:xfrm>
        <a:prstGeom prst="rect">
          <a:avLst/>
        </a:prstGeom>
        <a:solidFill>
          <a:schemeClr val="accent2">
            <a:tint val="40000"/>
            <a:alpha val="90000"/>
            <a:hueOff val="-13736124"/>
            <a:satOff val="707"/>
            <a:lumOff val="3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736124"/>
              <a:satOff val="707"/>
              <a:lumOff val="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13" tIns="330200" rIns="130813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Focus retention strategies on young employees</a:t>
          </a:r>
        </a:p>
      </dsp:txBody>
      <dsp:txXfrm>
        <a:off x="3693411" y="1261349"/>
        <a:ext cx="1677862" cy="1409404"/>
      </dsp:txXfrm>
    </dsp:sp>
    <dsp:sp modelId="{A9DAF0C8-0305-4170-B758-E90B9799345A}">
      <dsp:nvSpPr>
        <dsp:cNvPr id="0" name=""/>
        <dsp:cNvSpPr/>
      </dsp:nvSpPr>
      <dsp:spPr>
        <a:xfrm>
          <a:off x="4179991" y="603627"/>
          <a:ext cx="704702" cy="704702"/>
        </a:xfrm>
        <a:prstGeom prst="ellipse">
          <a:avLst/>
        </a:prstGeom>
        <a:solidFill>
          <a:schemeClr val="accent2">
            <a:hueOff val="-11294698"/>
            <a:satOff val="515"/>
            <a:lumOff val="0"/>
            <a:alphaOff val="0"/>
          </a:schemeClr>
        </a:solidFill>
        <a:ln w="19050" cap="rnd" cmpd="sng" algn="ctr">
          <a:solidFill>
            <a:schemeClr val="accent2">
              <a:hueOff val="-11294698"/>
              <a:satOff val="51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941" tIns="12700" rIns="54941" bIns="1270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3</a:t>
          </a:r>
        </a:p>
      </dsp:txBody>
      <dsp:txXfrm>
        <a:off x="4283192" y="706828"/>
        <a:ext cx="498300" cy="498300"/>
      </dsp:txXfrm>
    </dsp:sp>
    <dsp:sp modelId="{1C3AD6E1-33CA-42EB-B7F9-E3E8E4F71466}">
      <dsp:nvSpPr>
        <dsp:cNvPr id="0" name=""/>
        <dsp:cNvSpPr/>
      </dsp:nvSpPr>
      <dsp:spPr>
        <a:xfrm>
          <a:off x="3693411" y="2717661"/>
          <a:ext cx="1677862" cy="72"/>
        </a:xfrm>
        <a:prstGeom prst="rect">
          <a:avLst/>
        </a:prstGeom>
        <a:solidFill>
          <a:schemeClr val="accent2">
            <a:hueOff val="-14118373"/>
            <a:satOff val="644"/>
            <a:lumOff val="0"/>
            <a:alphaOff val="0"/>
          </a:schemeClr>
        </a:solidFill>
        <a:ln w="19050" cap="rnd" cmpd="sng" algn="ctr">
          <a:solidFill>
            <a:schemeClr val="accent2">
              <a:hueOff val="-14118373"/>
              <a:satOff val="644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CED21-8A4B-4127-BC8E-B14B8F7CF1A9}">
      <dsp:nvSpPr>
        <dsp:cNvPr id="0" name=""/>
        <dsp:cNvSpPr/>
      </dsp:nvSpPr>
      <dsp:spPr>
        <a:xfrm>
          <a:off x="5539059" y="368727"/>
          <a:ext cx="1677862" cy="2349006"/>
        </a:xfrm>
        <a:prstGeom prst="rect">
          <a:avLst/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13" tIns="330200" rIns="130813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Investigate high-attrition departments</a:t>
          </a:r>
        </a:p>
      </dsp:txBody>
      <dsp:txXfrm>
        <a:off x="5539059" y="1261349"/>
        <a:ext cx="1677862" cy="1409404"/>
      </dsp:txXfrm>
    </dsp:sp>
    <dsp:sp modelId="{818855E7-494F-49B0-B413-BB639247718D}">
      <dsp:nvSpPr>
        <dsp:cNvPr id="0" name=""/>
        <dsp:cNvSpPr/>
      </dsp:nvSpPr>
      <dsp:spPr>
        <a:xfrm>
          <a:off x="6025639" y="603627"/>
          <a:ext cx="704702" cy="704702"/>
        </a:xfrm>
        <a:prstGeom prst="ellipse">
          <a:avLst/>
        </a:prstGeom>
        <a:solidFill>
          <a:schemeClr val="accent2">
            <a:hueOff val="-16942046"/>
            <a:satOff val="772"/>
            <a:lumOff val="0"/>
            <a:alphaOff val="0"/>
          </a:schemeClr>
        </a:solidFill>
        <a:ln w="19050" cap="rnd" cmpd="sng" algn="ctr">
          <a:solidFill>
            <a:schemeClr val="accent2">
              <a:hueOff val="-16942046"/>
              <a:satOff val="772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941" tIns="12700" rIns="54941" bIns="1270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4</a:t>
          </a:r>
        </a:p>
      </dsp:txBody>
      <dsp:txXfrm>
        <a:off x="6128840" y="706828"/>
        <a:ext cx="498300" cy="498300"/>
      </dsp:txXfrm>
    </dsp:sp>
    <dsp:sp modelId="{9BC79998-2A75-42DC-A7AC-28CE90F58E48}">
      <dsp:nvSpPr>
        <dsp:cNvPr id="0" name=""/>
        <dsp:cNvSpPr/>
      </dsp:nvSpPr>
      <dsp:spPr>
        <a:xfrm>
          <a:off x="5539059" y="2717661"/>
          <a:ext cx="1677862" cy="72"/>
        </a:xfrm>
        <a:prstGeom prst="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1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5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7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5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2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4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6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3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74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3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0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9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45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42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23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63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4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5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HR Analytics – Employee Attrition Insights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6847A0-CB85-8DF3-FB8F-C381595645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86534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Overall Attrition Insight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27FF03C1-CD6A-40EB-1BF8-CB25F4F86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228272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Attrition by Department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6DA57-9B9E-E728-BDC8-B51EF9EE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3079277"/>
            <a:ext cx="3258768" cy="2460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15" y="2603500"/>
            <a:ext cx="3908984" cy="3416300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dirty="0"/>
              <a:t>Some departments experience higher attrition than others</a:t>
            </a:r>
          </a:p>
          <a:p>
            <a:r>
              <a:rPr dirty="0"/>
              <a:t>Indicates possible workload, management, or culture issues</a:t>
            </a:r>
          </a:p>
          <a:p>
            <a:r>
              <a:rPr dirty="0"/>
              <a:t>HR should investigate high-risk departments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/>
              <a:t>Salary Impact on Attrition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603500"/>
            <a:ext cx="2610790" cy="3416300"/>
          </a:xfrm>
        </p:spPr>
        <p:txBody>
          <a:bodyPr anchor="ctr">
            <a:normAutofit/>
          </a:bodyPr>
          <a:lstStyle/>
          <a:p>
            <a:endParaRPr lang="en-US" sz="1400"/>
          </a:p>
          <a:p>
            <a:r>
              <a:rPr lang="en-US" sz="1400"/>
              <a:t>Lower salary groups show higher attrition rates</a:t>
            </a:r>
          </a:p>
          <a:p>
            <a:r>
              <a:rPr lang="en-US" sz="1400"/>
              <a:t>Employees with higher salaries tend to stay longer</a:t>
            </a:r>
          </a:p>
          <a:p>
            <a:r>
              <a:rPr lang="en-US" sz="1400"/>
              <a:t>Compensation is a key factor influencing retention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0E0FB-D477-BBC2-7D08-EB80CD8E6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2" r="15099" b="3"/>
          <a:stretch>
            <a:fillRect/>
          </a:stretch>
        </p:blipFill>
        <p:spPr>
          <a:xfrm>
            <a:off x="3738717" y="2775951"/>
            <a:ext cx="4619101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Attrition by Age Group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4BCCF-B504-9580-7D8F-8270A7EF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3087495"/>
            <a:ext cx="3258768" cy="244407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15" y="2603500"/>
            <a:ext cx="3908984" cy="3416300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Young employees have the highest attrition rate</a:t>
            </a:r>
          </a:p>
          <a:p>
            <a:r>
              <a:t>Mid-age employees show moderate stability</a:t>
            </a:r>
          </a:p>
          <a:p>
            <a:r>
              <a:t>Senior employees are the most stable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Tenure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603500"/>
            <a:ext cx="3908984" cy="3416300"/>
          </a:xfrm>
        </p:spPr>
        <p:txBody>
          <a:bodyPr anchor="ctr">
            <a:normAutofit/>
          </a:bodyPr>
          <a:lstStyle/>
          <a:p>
            <a:endParaRPr lang="en-US"/>
          </a:p>
          <a:p>
            <a:r>
              <a:rPr lang="en-US"/>
              <a:t>Employees tend to leave within early years of joining</a:t>
            </a:r>
          </a:p>
          <a:p>
            <a:r>
              <a:rPr lang="en-US"/>
              <a:t>Average tenure before leaving is relatively low</a:t>
            </a:r>
          </a:p>
          <a:p>
            <a:r>
              <a:rPr lang="en-US"/>
              <a:t>Indicates onboarding or early experience issues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35D11-0751-5F16-CFEA-A6EDF207A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67" y="2603500"/>
            <a:ext cx="3789236" cy="355228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Key Drivers of Attrition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B172D7-85C6-2267-2584-187D48C01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907000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Business Recommendations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542A69E-59C3-B5E8-1B51-68D092588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836371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</TotalTime>
  <Words>194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HR Analytics – Employee Attrition Insights</vt:lpstr>
      <vt:lpstr>Overall Attrition Insight</vt:lpstr>
      <vt:lpstr>Attrition by Department</vt:lpstr>
      <vt:lpstr>Salary Impact on Attrition</vt:lpstr>
      <vt:lpstr>Attrition by Age Group</vt:lpstr>
      <vt:lpstr>Tenure Insight</vt:lpstr>
      <vt:lpstr>Key Drivers of Attrition</vt:lpstr>
      <vt:lpstr>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حسن سمير حسن عبدالرحمن الشيخ</cp:lastModifiedBy>
  <cp:revision>2</cp:revision>
  <dcterms:created xsi:type="dcterms:W3CDTF">2013-01-27T09:14:16Z</dcterms:created>
  <dcterms:modified xsi:type="dcterms:W3CDTF">2026-04-14T13:50:56Z</dcterms:modified>
  <cp:category/>
</cp:coreProperties>
</file>